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2" r:id="rId21"/>
    <p:sldId id="271" r:id="rId29"/>
    <p:sldId id="266" r:id="rId23"/>
    <p:sldId id="372" r:id="rId14"/>
    <p:sldId id="268" r:id="rId25"/>
    <p:sldId id="379" r:id="rId48"/>
    <p:sldId id="270" r:id="rId28"/>
    <p:sldId id="369" r:id="rId13"/>
    <p:sldId id="263" r:id="rId22"/>
    <p:sldId id="376" r:id="rId45"/>
    <p:sldId id="370" r:id="rId1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6.xml"/><Relationship Id="rId28" Type="http://schemas.openxmlformats.org/officeDocument/2006/relationships/slide" Target="slides/slide17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6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[0:35–0:50] Я Стас, капитан и fullstack. Александр — DevOps: сервер, деплой, наблюдаемость. Егор — данные: генераторы, валидация, метрики.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[0:00–0:10] Здравствуйте! Мы команда KINGSMAN из Орла. Проект «ФСП Таланты» — платформа, где ИТ-компания сама пишет специалисту, чей уровень подтвердил тест.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[0:10–0:35] Коротко: компания пишет первой и сразу называет вилку. Категорию — специализацию и грейд — даёт адаптивный тест, а не резюме. Внутри категории выше те, у кого подтверждены навыки и есть достижения ФСП. Нас трое, познакомились в сообществе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[0:50–1:10] Хотели собрать не концепт, а работающую платформу: рынок страдает от накрутки опыта и сотен откликов, на которых выгорают HR. Две главные сложности — тест, который бесполезно сливать, и проверка качества без реальных данных. Обе решили — дальше покажу как.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Техническая суть: ядро на Rust — адаптивный тест на IRT и 62 генератора заданий, подбор по 8 признакам с объяснением каждого балла, ФСП ID на Keycloak, видеозапись теста по согласию и своя языковая модель на нашем сервере. Для рынка: соискатель не ищет вакансии — компании приходят к нему с вилкой; компания получает подтверждённую категорию вместо стопки резюме; участник ФСП превращает результаты соревнований в карьерное преимущество.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[1:50–2:25] Сегодня найм в ИТ — отклики вслепую. Компания тонет в нерелевантных откликах, соискатель узнаёт зарплату на третьем созвоне, навыки в резюме — самоописание. Результаты соревнований ФСП нигде не учитываются.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[2:25–3:10] Пять шагов. Опрос, затем адаптивный тест — 8–20 уникальных заданий. По результату — категория, например «Бэкенд · Middle». Компания описывает потребность свободным текстом и видит объяснённый рейтинг. Приглашение — сразу с вилкой; принял — компания получает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[3:10–3:50] Задания — генераторы: у каждого свои числа, код и ответ; ответ вычисляется, а не хранится. Уровни откалиброваны по IRT, все соискатели на одной шкале. Следующее задание даёт максимум информации, тест останавливается, когда грейд ясен. Не сдал — сразу тест на грейд ниже. Слив базы не помогает — цифры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к вопросу «а если задания сольют». Из 42 тысяч слитых экземпляров с новыми совпадает 0,05 %. Фиксированный тест при половине слитых ответов проходят 99,9 % слабых, наш — 9–10 %, как и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[3:50–4:20] Проверили на синтетике со скрытым истинным уровнем: 87 % точного совпадения грейда, ошибок больше чем на один грейд нет, при пересдаче другими заданиями κ = 0,74. В среднем 13,6 задания вместо длинного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[4:20–5:00] Компания видит анонимную карточку: категория, сила теста, подтверждённые навыки, ФСП, ожидания — без имени и контактов. Балл 0–100 разложен по 8 признакам, у каждого объяснение: «все обязательные навыки», «нет Kubernetes». Фильтры уточняют подборку, закреплённые кандидаты остаются.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[5:00–5:30] Доля релевантных в топ-10 — 0,94 против 0,43 у поиска по ключевым словам резюме. Веса подобраны на 120 потребностях и проверены на 120 отложенных. Компания может прогнать свои пары «вакансия — кандидат» через тот же подбор.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[6:10–6:40] Первое сообщение — всегда с вилкой. Квота до 30 приглашений в неделю по уровню доверия к компании и одно активное приглашение на человека — спама нет. Контакты открываются только после «да», каждый доступ записан.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[6:40–7:10] Принятый кандидат уходит в ATS компании подписанным вебхуком, этапы найма возвращаются обратно. Антифейк: подтверждение домена, вилка против рынка, копии и пересказы чужих вакансий. Соискатели 14–17 лет — только с согласием законного представителя.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[5:30–6:10] ФСП ID уже на Keycloak: соискатель нажимает «Привязать», входит через OIDC, мы забираем разряды и места из реестра. Достижения поднимают внутри категории с учётом близости дисциплины к специализации, но не перевешивают тест. Членство в ФСП не учитываем — только результаты. Нет истории — нейтрально, без штрафа.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архитектура: модульный монолит на Rust, Next.js, PostgreSQL с pgvector, Valkey, эмбеддер на нашем сервере; весь стек поднимается docker compose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к вопросам о 152-ФЗ: Argon2id и короткие сессии, ФИО, контакты и видео зашифрованы, согласия версионированы и отзываются, 14–17 лет — через представителя, каждый доступ к контактам и каждое действие модератора в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планы: реальный реестр и вход через ФСП ID, пилот теста на участниках соревнований, калибровка весов на исходах найма из ATS, ЕГРЮЛ в антифейке, нативные коннекторы Huntflow, Поток, Talantix.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[7:10–8:40] Всё это работает: demo.arewehireyet.ru. Показываю: вход employer@demo.fsp → потребность → подборка с объяснением → приглашение с вилкой; затем кабинет соискателя — приглашение и привязка ФСП ID. Если сеть подведёт — говорим по скриншотам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[8:40–9:00] Спасибо! Стенд, репозиторий, документация и демо-доступы на слайде. Готовы к вопросам. Резервные слайды —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fullstack-разработчик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Орёл, Орловская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DevOps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fullstack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с согласия и журнал уходов со вкладки; спорные случаи разбирает модератор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Локальная языковая модель сравнивает описания по смыслу и ловит пересказы чужих вакансий; данные не уходят наружу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Соискатель не ищет вакансии: компании приходят к нему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Компания получает подтверждённую тестом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Квота приглашений и вилка в первом сообщении убирают спам с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42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Проверка на ваших данных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свой набор пар «вакансия — кандидат» через CLI или Swagger: P@k, nDCG, MAP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обязательна. Приглашение приходит письмом и в кабинет, условия видны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30 приглашений в неделю по уровню доверия и одно активное на человека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Шифрование. </a:t>
            </a:r>
            <a:r>
              <a:rPr lang="ru-RU">
                <a:solidFill>
                  <a:schemeClr val="tx1"/>
                </a:solidFill>
              </a:rPr>
              <a:t>ФИО, контакты и видеозаписи теста — XChaCha20-Poly1305; переход на ГОСТ и СКЗИ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без согласия на публикацию профиля нет в поиске; политика /privacy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14–17 лет. </a:t>
            </a:r>
            <a:r>
              <a:rPr lang="ru-RU">
                <a:solidFill>
                  <a:schemeClr val="tx1"/>
                </a:solidFill>
              </a:rPr>
              <a:t>Согласие законного представителя по ссылке из письма; в 18 ограничения снимаются сами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Прозрачность. </a:t>
            </a:r>
            <a:r>
              <a:rPr lang="ru-RU">
                <a:solidFill>
                  <a:schemeClr val="tx1"/>
                </a:solidFill>
              </a:rPr>
              <a:t>Контакты закрыты на уровне типов; соискатель видит, кто их открывал; действия модераторов — в журнале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Планы развития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 и вход на платформу через ФСП 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 на исходах. </a:t>
            </a:r>
            <a:r>
              <a:rPr lang="ru-RU">
                <a:solidFill>
                  <a:schemeClr val="tx1"/>
                </a:solidFill>
              </a:rPr>
              <a:t>Веса подбора и параметры заданий по реальным этапам найма из ATS компаний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ОГРН по ЕГРЮЛ, подтверждение домена через DNS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Нативные коннекторы ATS. </a:t>
            </a:r>
            <a:r>
              <a:rPr lang="ru-RU">
                <a:solidFill>
                  <a:schemeClr val="tx1"/>
                </a:solidFill>
              </a:rPr>
              <a:t>Huntflow, Поток, Talantix поверх готовых вебхуков и API-ключей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5029200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demo.arewehireyet.ru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5029200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demo.arewehireyet.ru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Работающий стенд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demo.arewehireyet.ru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employer@demo.fsp · candidate@demo.fsp · moderator@demo.fsp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7318749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7318749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Хотели сделать не концепт, а работающую платформу для современного найма в ИТ. Рынок страдает от накрутки опыта в резюме и сотен откликов на вакансию, на разборе которых выгорают HR. Здесь уровень подтверждён тестом, а первый шаг делает компания.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ATS компании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Подписанные вебхуки и API-ключи: принятый кандидат уходит в Huntflow, Поток или свою систему, этапы найма возвращаются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Антифейк и модерация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Домен, вилка против рынка, копии и пересказы чужих вакансий; квота 5–30 по доверию. Жалобы и спорные тесты разбирает модератор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Соискатели 14–17 лет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Профиль виден компаниям только после согласия законного представителя по ссылке из письма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ИНТЕГРАЦИИ И ДОВЕРИЕ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