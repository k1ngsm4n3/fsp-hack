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3" r:id="rId22"/>
    <p:sldId id="262" r:id="rId21"/>
    <p:sldId id="271" r:id="rId29"/>
    <p:sldId id="266" r:id="rId23"/>
    <p:sldId id="268" r:id="rId25"/>
    <p:sldId id="372" r:id="rId14"/>
    <p:sldId id="376" r:id="rId45"/>
    <p:sldId id="370" r:id="rId16"/>
    <p:sldId id="377" r:id="rId46"/>
    <p:sldId id="270" r:id="rId28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6.xml"/><Relationship Id="rId28" Type="http://schemas.openxmlformats.org/officeDocument/2006/relationships/slide" Target="slides/slide17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6.xml"/><Relationship Id="rId47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0.89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разработчик-исследователь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теста с согласия и журнал уходов со вкладки; компания видит только отметку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>Соискатель не ищет вакансии: компании приходят к нему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Компания получает подтверждённую тестом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Квота приглашений и вилка в первом сообщении убирают спам с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42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Честная синтетика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скрытая истина — реальные навыки и уровень, а не заявленные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обязательна: соискатель видит условия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30 приглашений в неделю и одно активное на человека — выбирают точечно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 ПДн. </a:t>
            </a:r>
            <a:r>
              <a:rPr lang="ru-RU">
                <a:solidFill>
                  <a:schemeClr val="tx1"/>
                </a:solidFill>
              </a:rPr>
              <a:t>ФИО, email и контакты — XChaCha20-Poly1305; поиск по email через blind index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удаление аккаунта стирает персональные данные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Контакты. </a:t>
            </a:r>
            <a:r>
              <a:rPr lang="ru-RU">
                <a:solidFill>
                  <a:schemeClr val="tx1"/>
                </a:solidFill>
              </a:rPr>
              <a:t>Закрыты на уровне типов, каждый доступ записывается в журнал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Готовность к ГОСТ. </a:t>
            </a:r>
            <a:r>
              <a:rPr lang="ru-RU">
                <a:solidFill>
                  <a:schemeClr val="tx1"/>
                </a:solidFill>
              </a:rPr>
              <a:t>Алгоритм хранится вместе с данными, СКЗИ подключается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Планы развития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 и вход на платформу через ФСП 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Калибровка. </a:t>
            </a:r>
            <a:r>
              <a:rPr lang="ru-RU">
                <a:solidFill>
                  <a:schemeClr val="tx1"/>
                </a:solidFill>
              </a:rPr>
              <a:t>Экспертная разметка подборок вместе с ФСП, параметры заданий по реальным ответам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домена, рейтинг компании, сравнение вилки с рынком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ATS-интеграции. </a:t>
            </a:r>
            <a:r>
              <a:rPr lang="ru-RU">
                <a:solidFill>
                  <a:schemeClr val="tx1"/>
                </a:solidFill>
              </a:rPr>
              <a:t>Вебхуки статусов, API-ключи компании, экспорт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400" b="0">
                <a:solidFill>
                  <a:srgbClr val="1B1C21"/>
                </a:solidFill>
              </a:rPr>
              <a:t>employer@demo.fsp · candidate@demo.fsp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Хотелось сделать найм, где уровень подтверждён, а не заявлен. В задаче сходятся тестирование, ранжирование и интеграция с ФСП, и качество каждой части можно честно измерить.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