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9"/>
  </p:notesMasterIdLst>
  <p:handoutMasterIdLst>
    <p:handoutMasterId r:id="rId40"/>
  </p:handoutMasterIdLst>
  <p:sldIdLst>
    <p:sldId id="365" r:id="rId8"/>
    <p:sldId id="366" r:id="rId9"/>
    <p:sldId id="362" r:id="rId10"/>
    <p:sldId id="378" r:id="rId47"/>
    <p:sldId id="375" r:id="rId12"/>
    <p:sldId id="374" r:id="rId18"/>
    <p:sldId id="267" r:id="rId26"/>
    <p:sldId id="371" r:id="rId17"/>
    <p:sldId id="263" r:id="rId22"/>
    <p:sldId id="262" r:id="rId21"/>
    <p:sldId id="271" r:id="rId29"/>
    <p:sldId id="266" r:id="rId23"/>
    <p:sldId id="268" r:id="rId25"/>
    <p:sldId id="379" r:id="rId48"/>
    <p:sldId id="372" r:id="rId14"/>
    <p:sldId id="376" r:id="rId45"/>
    <p:sldId id="370" r:id="rId16"/>
    <p:sldId id="377" r:id="rId46"/>
    <p:sldId id="270" r:id="rId28"/>
    <p:sldId id="369" r:id="rId13"/>
  </p:sldIdLst>
  <p:sldSz cx="12192000" cy="6858000"/>
  <p:notesSz cx="6858000" cy="9144000"/>
  <p:defaultTextStyle>
    <a:defPPr>
      <a:defRPr lang="ru-RU"/>
    </a:defPPr>
    <a:lvl1pPr marL="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1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2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54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658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877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Информация" id="{9FA27940-A45B-471D-96EC-3FCE80AE8A9B}">
          <p14:sldIdLst>
            <p14:sldId id="333"/>
            <p14:sldId id="326"/>
            <p14:sldId id="327"/>
            <p14:sldId id="367"/>
            <p14:sldId id="325"/>
            <p14:sldId id="355"/>
          </p14:sldIdLst>
        </p14:section>
        <p14:section name="Обязательные слайды" id="{248E5CD8-1028-4246-90C7-3263F7F286D3}">
          <p14:sldIdLst>
            <p14:sldId id="365"/>
            <p14:sldId id="366"/>
            <p14:sldId id="362"/>
            <p14:sldId id="364"/>
            <p14:sldId id="375"/>
          </p14:sldIdLst>
        </p14:section>
        <p14:section name="Шаблоны слайдов" id="{24401F80-F81B-49C3-8D55-70A14F0BF8FF}">
          <p14:sldIdLst>
            <p14:sldId id="369"/>
            <p14:sldId id="372"/>
            <p14:sldId id="373"/>
            <p14:sldId id="370"/>
            <p14:sldId id="371"/>
            <p14:sldId id="374"/>
            <p14:sldId id="260"/>
            <p14:sldId id="261"/>
            <p14:sldId id="262"/>
            <p14:sldId id="263"/>
            <p14:sldId id="266"/>
            <p14:sldId id="264"/>
            <p14:sldId id="268"/>
            <p14:sldId id="267"/>
            <p14:sldId id="269"/>
            <p14:sldId id="270"/>
            <p14:sldId id="271"/>
            <p14:sldId id="272"/>
          </p14:sldIdLst>
        </p14:section>
        <p14:section name="Материалы" id="{0F84D0DE-CEB1-417E-B269-8B3EB04B5FA6}">
          <p14:sldIdLst>
            <p14:sldId id="338"/>
            <p14:sldId id="368"/>
            <p14:sldId id="341"/>
            <p14:sldId id="342"/>
            <p14:sldId id="343"/>
            <p14:sldId id="344"/>
            <p14:sldId id="346"/>
            <p14:sldId id="357"/>
          </p14:sldIdLst>
        </p14:section>
      </p14:sectionLst>
    </p:ext>
    <p:ext uri="{EFAFB233-063F-42B5-8137-9DF3F51BA10A}">
      <p15:sldGuideLst xmlns:p15="http://schemas.microsoft.com/office/powerpoint/2012/main">
        <p15:guide id="2" pos="597" userDrawn="1">
          <p15:clr>
            <a:srgbClr val="A4A3A4"/>
          </p15:clr>
        </p15:guide>
        <p15:guide id="3" pos="3591" userDrawn="1">
          <p15:clr>
            <a:srgbClr val="A4A3A4"/>
          </p15:clr>
        </p15:guide>
        <p15:guide id="4" pos="5496" userDrawn="1">
          <p15:clr>
            <a:srgbClr val="A4A3A4"/>
          </p15:clr>
        </p15:guide>
        <p15:guide id="5" pos="4112" userDrawn="1">
          <p15:clr>
            <a:srgbClr val="A4A3A4"/>
          </p15:clr>
        </p15:guide>
        <p15:guide id="6" pos="393" userDrawn="1">
          <p15:clr>
            <a:srgbClr val="A4A3A4"/>
          </p15:clr>
        </p15:guide>
        <p15:guide id="7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CEE4"/>
    <a:srgbClr val="FFD6E3"/>
    <a:srgbClr val="FFFFFF"/>
    <a:srgbClr val="753A93"/>
    <a:srgbClr val="976BAE"/>
    <a:srgbClr val="F92571"/>
    <a:srgbClr val="8226E3"/>
    <a:srgbClr val="2D1451"/>
    <a:srgbClr val="222A35"/>
    <a:srgbClr val="55D4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63" autoAdjust="0"/>
    <p:restoredTop sz="95857"/>
  </p:normalViewPr>
  <p:slideViewPr>
    <p:cSldViewPr snapToGrid="0" showGuides="1">
      <p:cViewPr varScale="1">
        <p:scale>
          <a:sx n="91" d="100"/>
          <a:sy n="91" d="100"/>
        </p:scale>
        <p:origin x="200" y="632"/>
      </p:cViewPr>
      <p:guideLst>
        <p:guide pos="597"/>
        <p:guide pos="3591"/>
        <p:guide pos="5496"/>
        <p:guide pos="4112"/>
        <p:guide pos="393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928" y="20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18.xml"/><Relationship Id="rId14" Type="http://schemas.openxmlformats.org/officeDocument/2006/relationships/slide" Target="slides/slide13.xml"/><Relationship Id="rId16" Type="http://schemas.openxmlformats.org/officeDocument/2006/relationships/slide" Target="slides/slide15.xml"/><Relationship Id="rId17" Type="http://schemas.openxmlformats.org/officeDocument/2006/relationships/slide" Target="slides/slide7.xml"/><Relationship Id="rId18" Type="http://schemas.openxmlformats.org/officeDocument/2006/relationships/slide" Target="slides/slide5.xml"/><Relationship Id="rId21" Type="http://schemas.openxmlformats.org/officeDocument/2006/relationships/slide" Target="slides/slide9.xml"/><Relationship Id="rId22" Type="http://schemas.openxmlformats.org/officeDocument/2006/relationships/slide" Target="slides/slide8.xml"/><Relationship Id="rId23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6.xml"/><Relationship Id="rId28" Type="http://schemas.openxmlformats.org/officeDocument/2006/relationships/slide" Target="slides/slide17.xml"/><Relationship Id="rId29" Type="http://schemas.openxmlformats.org/officeDocument/2006/relationships/slide" Target="slides/slide10.xml"/><Relationship Id="rId39" Type="http://schemas.openxmlformats.org/officeDocument/2006/relationships/notesMaster" Target="notesMasters/notesMaster1.xml"/><Relationship Id="rId40" Type="http://schemas.openxmlformats.org/officeDocument/2006/relationships/handoutMaster" Target="handoutMasters/handout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Relationship Id="rId45" Type="http://schemas.openxmlformats.org/officeDocument/2006/relationships/slide" Target="slides/slide14.xml"/><Relationship Id="rId46" Type="http://schemas.openxmlformats.org/officeDocument/2006/relationships/slide" Target="slides/slide16.xml"/><Relationship Id="rId47" Type="http://schemas.openxmlformats.org/officeDocument/2006/relationships/slide" Target="slides/slide19.xml"/><Relationship Id="rId48" Type="http://schemas.openxmlformats.org/officeDocument/2006/relationships/slide" Target="slides/slide20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_____Microsoft_Excel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_____Microsoft_Excel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1688300241682354E-2"/>
          <c:y val="0.12693525390367644"/>
          <c:w val="0.92608602339057544"/>
          <c:h val="0.6674714227166116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Фиксированный тест</c:v>
                </c:pt>
              </c:strCache>
            </c:strRef>
          </c:tx>
          <c:spPr>
            <a:solidFill>
              <a:schemeClr val="accent1"/>
            </a:solidFill>
            <a:ln w="63500"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утечки нет</c:v>
                </c:pt>
                <c:pt idx="1">
                  <c:v>слито 25 %</c:v>
                </c:pt>
                <c:pt idx="2">
                  <c:v>слито 50 %</c:v>
                </c:pt>
                <c:pt idx="3">
                  <c:v>слито 100 %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9.4</c:v>
                </c:pt>
                <c:pt idx="1">
                  <c:v>65.2</c:v>
                </c:pt>
                <c:pt idx="2">
                  <c:v>99.9</c:v>
                </c:pt>
                <c:pt idx="3">
                  <c:v>100.0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E86-41F6-8A85-7879D9C60F8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ФСП Таланты</c:v>
                </c:pt>
              </c:strCache>
            </c:strRef>
          </c:tx>
          <c:spPr>
            <a:solidFill>
              <a:schemeClr val="accent2"/>
            </a:solidFill>
            <a:ln w="63500"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утечки нет</c:v>
                </c:pt>
                <c:pt idx="1">
                  <c:v>слито 25 %</c:v>
                </c:pt>
                <c:pt idx="2">
                  <c:v>слито 50 %</c:v>
                </c:pt>
                <c:pt idx="3">
                  <c:v>слито 100 %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9.7</c:v>
                </c:pt>
                <c:pt idx="1">
                  <c:v>9.6</c:v>
                </c:pt>
                <c:pt idx="2">
                  <c:v>9.3</c:v>
                </c:pt>
                <c:pt idx="3">
                  <c:v>10.4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E86-41F6-8A85-7879D9C60F88}"/>
            </c:ext>
          </c:extLst>
        </c:ser>
        <c:dLbls>
          <c:numFmt formatCode="0&quot;%&quot;" sourceLinked="0"/>
          <c:txPr>
            <a:bodyPr/>
            <a:lstStyle/>
            <a:p>
              <a:pPr>
                <a:defRPr sz="1000">
                  <a:solidFill>
                    <a:srgbClr val="FFFFFF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0"/>
        <c:axId val="1688540351"/>
        <c:axId val="1173587135"/>
      </c:barChart>
      <c:catAx>
        <c:axId val="16885403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173587135"/>
        <c:crosses val="autoZero"/>
        <c:auto val="1"/>
        <c:lblAlgn val="ctr"/>
        <c:lblOffset val="100"/>
        <c:noMultiLvlLbl val="0"/>
      </c:catAx>
      <c:valAx>
        <c:axId val="1173587135"/>
        <c:scaling>
          <c:orientation val="minMax"/>
          <c:max val="100.0"/>
          <c:min val="0.0"/>
        </c:scaling>
        <c:delete val="0"/>
        <c:axPos val="l"/>
        <c:majorGridlines>
          <c:spPr>
            <a:ln w="6350" cap="flat" cmpd="sng" algn="ctr">
              <a:solidFill>
                <a:srgbClr val="8A83D1"/>
              </a:solidFill>
              <a:round/>
            </a:ln>
            <a:effectLst/>
          </c:spPr>
        </c:majorGridlines>
        <c:numFmt formatCode="0&quot;%&quot;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688540351"/>
        <c:crosses val="autoZero"/>
        <c:crossBetween val="between"/>
        <c:majorUnit val="25.0"/>
      </c:valAx>
      <c:spPr>
        <a:noFill/>
        <a:ln w="25400">
          <a:noFill/>
        </a:ln>
        <a:effectLst/>
      </c:spPr>
    </c:plotArea>
    <c:legend>
      <c:legendPos val="b"/>
      <c:layout>
        <c:manualLayout>
          <c:xMode val="edge"/>
          <c:yMode val="edge"/>
          <c:x val="3.0340673321854045E-2"/>
          <c:y val="0.93820074285734689"/>
          <c:w val="0.94740055839426573"/>
          <c:h val="6.179925714265312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bg1"/>
          </a:solidFill>
        </a:defRPr>
      </a:pPr>
      <a:endParaRPr lang="ru-R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353261129492993"/>
          <c:y val="0.12693525390367644"/>
          <c:w val="0.86424170750053264"/>
          <c:h val="0.66747142271661164"/>
        </c:manualLayout>
      </c:layout>
      <c:barChart>
        <c:barDir val="bar"/>
        <c:grouping val="clustered"/>
        <c:varyColors val="0"/>
        <c:ser>
          <c:idx val="1"/>
          <c:order val="0"/>
          <c:tx>
            <c:strRef>
              <c:f>Sheet1!$B$1</c:f>
              <c:strCache>
                <c:ptCount val="1"/>
                <c:pt idx="0">
                  <c:v>Precision@10</c:v>
                </c:pt>
              </c:strCache>
            </c:strRef>
          </c:tx>
          <c:spPr>
            <a:solidFill>
              <a:schemeClr val="accent2"/>
            </a:solidFill>
            <a:ln w="63500">
              <a:solidFill>
                <a:schemeClr val="accent2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  <a:ln w="635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92C0-E743-BC6B-AB142BB83263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4"/>
              </a:solidFill>
              <a:ln w="635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B35E-4C45-8CA2-C11611997942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5"/>
              </a:solidFill>
              <a:ln w="635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B35E-4C45-8CA2-C11611997942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1"/>
              </a:solidFill>
              <a:ln w="635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B35E-4C45-8CA2-C11611997942}"/>
              </c:ext>
            </c:extLst>
          </c:dPt>
          <c:cat>
            <c:strRef>
              <c:f>Sheet1!$A$2:$A$5</c:f>
              <c:strCache>
                <c:ptCount val="4"/>
                <c:pt idx="0">
                  <c:v>Случайный порядок</c:v>
                </c:pt>
                <c:pt idx="1">
                  <c:v>Поиск по резюме</c:v>
                </c:pt>
                <c:pt idx="2">
                  <c:v>Исходные веса</c:v>
                </c:pt>
                <c:pt idx="3">
                  <c:v>ФСП Таланты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0.22</c:v>
                </c:pt>
                <c:pt idx="1">
                  <c:v>0.43</c:v>
                </c:pt>
                <c:pt idx="2">
                  <c:v>0.89</c:v>
                </c:pt>
                <c:pt idx="3">
                  <c:v>0.94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35E-4C45-8CA2-C11611997942}"/>
            </c:ext>
          </c:extLst>
        </c:ser>
        <c:dLbls>
          <c:numFmt formatCode="0.00" sourceLinked="0"/>
          <c:txPr>
            <a:bodyPr/>
            <a:lstStyle/>
            <a:p>
              <a:pPr>
                <a:defRPr sz="11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1688540351"/>
        <c:axId val="1173587135"/>
      </c:barChart>
      <c:catAx>
        <c:axId val="168854035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173587135"/>
        <c:crosses val="autoZero"/>
        <c:auto val="1"/>
        <c:lblAlgn val="ctr"/>
        <c:lblOffset val="100"/>
        <c:noMultiLvlLbl val="0"/>
      </c:catAx>
      <c:valAx>
        <c:axId val="1173587135"/>
        <c:scaling>
          <c:orientation val="minMax"/>
          <c:max val="1.0"/>
          <c:min val="0.0"/>
        </c:scaling>
        <c:delete val="0"/>
        <c:axPos val="b"/>
        <c:majorGridlines>
          <c:spPr>
            <a:ln w="9525" cap="flat" cmpd="sng" algn="ctr">
              <a:solidFill>
                <a:schemeClr val="tx1">
                  <a:alpha val="50000"/>
                </a:schemeClr>
              </a:solidFill>
              <a:round/>
            </a:ln>
            <a:effectLst/>
          </c:spPr>
        </c:majorGridlines>
        <c:numFmt formatCode="0.0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688540351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1C361405-0046-9D03-26A4-D7ED10EA70C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56CD2AD-A19E-4074-721F-6DBCBE680A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E30D66-5BAA-C245-AD36-181B8EC875DB}" type="datetimeFigureOut">
              <a:rPr lang="ru-RU" smtClean="0"/>
              <a:t>02.10.2026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1947EE2-63DA-C2A1-5495-30E370423A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752603B-A0BC-AAAA-B5D6-B44F54E18AB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D7201F-1F39-2140-9B4A-3BC1B61B40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66286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A401BA-3150-4FF7-8D13-C8A64268AC63}" type="datetimeFigureOut">
              <a:rPr lang="ru-RU" smtClean="0"/>
              <a:t>02.10.2026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5F3B14-7AC8-406F-A299-37D374056E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6445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CF317-460F-D66A-6ACF-27061C9DF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D066F97-A6A0-B747-71F9-577306DB29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0F9F05F-4377-CED9-7FF7-AADFCC58E4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18DC8F5-67F2-F257-7833-1FEA7A6F23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532721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/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EF1F2D-30AB-40F9-9975-F952E50B7FC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4323440"/>
            <a:ext cx="8930641" cy="827011"/>
          </a:xfr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/>
            </a:r>
          </a:p>
        </p:txBody>
      </p:sp>
      <p:sp>
        <p:nvSpPr>
          <p:cNvPr id="42" name="Рисунок 41">
            <a:extLst>
              <a:ext uri="{FF2B5EF4-FFF2-40B4-BE49-F238E27FC236}">
                <a16:creationId xmlns:a16="http://schemas.microsoft.com/office/drawing/2014/main" id="{37DC0E9B-2679-408D-851C-F21F4ACC673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/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3F843A1-4640-4AAD-9DA4-206FA9FF2A4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5149851"/>
            <a:ext cx="8930641" cy="757174"/>
          </a:xfr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r>
              <a:rPr lang="ru-RU" sz="1600" b="0" dirty="0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349769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писание команд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/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CA6654-BEE5-24C9-BC9D-BB6D2E0BEF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</p:spTree>
    <p:extLst>
      <p:ext uri="{BB962C8B-B14F-4D97-AF65-F5344CB8AC3E}">
        <p14:creationId xmlns:p14="http://schemas.microsoft.com/office/powerpoint/2010/main" val="1662950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манд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67EB9651-F031-4963-AFE9-33BCC0E88757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5" name="Заголовок 1">
            <a:extLst>
              <a:ext uri="{FF2B5EF4-FFF2-40B4-BE49-F238E27FC236}">
                <a16:creationId xmlns:a16="http://schemas.microsoft.com/office/drawing/2014/main" id="{DD9DB7EE-83C4-47FA-86C2-BDA70A0531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  <p:sp>
        <p:nvSpPr>
          <p:cNvPr id="47" name="Текст 35">
            <a:extLst>
              <a:ext uri="{FF2B5EF4-FFF2-40B4-BE49-F238E27FC236}">
                <a16:creationId xmlns:a16="http://schemas.microsoft.com/office/drawing/2014/main" id="{FACA3955-006D-424E-AF29-FC0EE3BE860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/>
            </a:r>
          </a:p>
          <a:p>
            <a:pPr lvl="0"/>
            <a:r>
              <a:rPr lang="en-US" dirty="0"/>
              <a:t/>
            </a:r>
          </a:p>
          <a:p>
            <a:pPr lvl="0"/>
            <a:r>
              <a:rPr lang="ru-RU" dirty="0"/>
              <a:t/>
            </a:r>
          </a:p>
        </p:txBody>
      </p:sp>
      <p:sp>
        <p:nvSpPr>
          <p:cNvPr id="49" name="Текст 35">
            <a:extLst>
              <a:ext uri="{FF2B5EF4-FFF2-40B4-BE49-F238E27FC236}">
                <a16:creationId xmlns:a16="http://schemas.microsoft.com/office/drawing/2014/main" id="{D134429E-1F41-4952-92F7-E1A3625ABBD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/>
            </a:r>
          </a:p>
          <a:p>
            <a:pPr lvl="0"/>
            <a:r>
              <a:rPr lang="en-US" dirty="0"/>
              <a:t/>
            </a:r>
          </a:p>
          <a:p>
            <a:pPr lvl="0"/>
            <a:r>
              <a:rPr lang="ru-RU" dirty="0"/>
              <a:t/>
            </a:r>
          </a:p>
        </p:txBody>
      </p:sp>
      <p:sp>
        <p:nvSpPr>
          <p:cNvPr id="51" name="Текст 35">
            <a:extLst>
              <a:ext uri="{FF2B5EF4-FFF2-40B4-BE49-F238E27FC236}">
                <a16:creationId xmlns:a16="http://schemas.microsoft.com/office/drawing/2014/main" id="{62B71317-1166-483E-8736-3204197AE64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/>
            </a:r>
          </a:p>
          <a:p>
            <a:pPr lvl="0"/>
            <a:r>
              <a:rPr lang="en-US" dirty="0"/>
              <a:t/>
            </a:r>
          </a:p>
          <a:p>
            <a:pPr lvl="0"/>
            <a:r>
              <a:rPr lang="ru-RU" dirty="0"/>
              <a:t/>
            </a:r>
          </a:p>
        </p:txBody>
      </p:sp>
      <p:sp>
        <p:nvSpPr>
          <p:cNvPr id="53" name="Текст 35">
            <a:extLst>
              <a:ext uri="{FF2B5EF4-FFF2-40B4-BE49-F238E27FC236}">
                <a16:creationId xmlns:a16="http://schemas.microsoft.com/office/drawing/2014/main" id="{FE441C73-4DA4-470D-B9C8-52D6075710B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/>
            </a:r>
          </a:p>
          <a:p>
            <a:pPr lvl="0"/>
            <a:r>
              <a:rPr lang="en-US" dirty="0"/>
              <a:t/>
            </a:r>
          </a:p>
          <a:p>
            <a:pPr lvl="0"/>
            <a:r>
              <a:rPr lang="ru-RU" dirty="0"/>
              <a:t/>
            </a:r>
          </a:p>
        </p:txBody>
      </p:sp>
      <p:sp>
        <p:nvSpPr>
          <p:cNvPr id="55" name="Текст 35">
            <a:extLst>
              <a:ext uri="{FF2B5EF4-FFF2-40B4-BE49-F238E27FC236}">
                <a16:creationId xmlns:a16="http://schemas.microsoft.com/office/drawing/2014/main" id="{8792BADF-06A6-41F5-BB39-A425B78E145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/>
            </a:r>
          </a:p>
          <a:p>
            <a:pPr lvl="0"/>
            <a:r>
              <a:rPr lang="en-US" dirty="0"/>
              <a:t/>
            </a:r>
          </a:p>
          <a:p>
            <a:pPr lvl="0"/>
            <a:r>
              <a:rPr lang="ru-RU" dirty="0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187435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 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Дата 3">
            <a:extLst>
              <a:ext uri="{FF2B5EF4-FFF2-40B4-BE49-F238E27FC236}">
                <a16:creationId xmlns:a16="http://schemas.microsoft.com/office/drawing/2014/main" id="{1BE2B7EA-895D-4C57-B021-3ADF48C59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1021F813-DBA1-42EC-A748-A9CC16659E6B}" type="datetime1">
              <a:rPr lang="ru-RU" smtClean="0"/>
              <a:t>02.10.2026</a:t>
            </a:fld>
            <a:endParaRPr lang="ru-RU"/>
          </a:p>
        </p:txBody>
      </p:sp>
      <p:sp>
        <p:nvSpPr>
          <p:cNvPr id="10" name="Нижний колонтитул 4">
            <a:extLst>
              <a:ext uri="{FF2B5EF4-FFF2-40B4-BE49-F238E27FC236}">
                <a16:creationId xmlns:a16="http://schemas.microsoft.com/office/drawing/2014/main" id="{8A502BD2-9512-4029-B654-E898F0583F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E6724899-9B39-4945-8292-0304D1DFF6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66432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Текст 2">
            <a:extLst>
              <a:ext uri="{FF2B5EF4-FFF2-40B4-BE49-F238E27FC236}">
                <a16:creationId xmlns:a16="http://schemas.microsoft.com/office/drawing/2014/main" id="{35915C91-9468-44E0-9A6A-47C151E1C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/>
            <a:r>
              <a:rPr lang="ru-RU" dirty="0"/>
              <a:t/>
            </a:r>
          </a:p>
          <a:p>
            <a:pPr lvl="1"/>
            <a:r>
              <a:rPr lang="ru-RU" dirty="0"/>
              <a:t/>
            </a:r>
          </a:p>
          <a:p>
            <a:pPr lvl="2"/>
            <a:r>
              <a:rPr lang="ru-RU" dirty="0"/>
              <a:t/>
            </a:r>
          </a:p>
          <a:p>
            <a:pPr lvl="3"/>
            <a:r>
              <a:rPr lang="ru-RU" dirty="0"/>
              <a:t/>
            </a:r>
          </a:p>
          <a:p>
            <a:pPr lvl="4"/>
            <a:r>
              <a:rPr lang="ru-RU" dirty="0"/>
              <a:t/>
            </a:r>
          </a:p>
        </p:txBody>
      </p:sp>
      <p:sp>
        <p:nvSpPr>
          <p:cNvPr id="21" name="Дата 3">
            <a:extLst>
              <a:ext uri="{FF2B5EF4-FFF2-40B4-BE49-F238E27FC236}">
                <a16:creationId xmlns:a16="http://schemas.microsoft.com/office/drawing/2014/main" id="{6043336A-E468-4FC7-B11B-D72F244391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7DE2642A-6018-4CC1-81AB-5FD8D2782D4F}" type="datetime1">
              <a:rPr lang="ru-RU" smtClean="0"/>
              <a:t>02.10.2026</a:t>
            </a:fld>
            <a:endParaRPr lang="ru-RU"/>
          </a:p>
        </p:txBody>
      </p:sp>
      <p:sp>
        <p:nvSpPr>
          <p:cNvPr id="22" name="Нижний колонтитул 4">
            <a:extLst>
              <a:ext uri="{FF2B5EF4-FFF2-40B4-BE49-F238E27FC236}">
                <a16:creationId xmlns:a16="http://schemas.microsoft.com/office/drawing/2014/main" id="{49E78A2F-D265-4D7D-BF63-75BF9ACF92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3" name="Номер слайда 5">
            <a:extLst>
              <a:ext uri="{FF2B5EF4-FFF2-40B4-BE49-F238E27FC236}">
                <a16:creationId xmlns:a16="http://schemas.microsoft.com/office/drawing/2014/main" id="{25A0EB89-1F02-40E6-9D89-EAA34874BF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D3BCB09B-B5ED-4308-BCBC-7DB6BF7E0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46889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DE4079CB-26E5-4E7E-8375-84F4748448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5387" y="1016001"/>
            <a:ext cx="5704418" cy="5184774"/>
          </a:xfrm>
        </p:spPr>
        <p:txBody>
          <a:bodyPr/>
          <a:lstStyle/>
          <a:p>
            <a:pPr lvl="0"/>
            <a:r>
              <a:rPr lang="ru-RU"/>
              <a:t/>
            </a:r>
          </a:p>
          <a:p>
            <a:pPr lvl="1"/>
            <a:r>
              <a:rPr lang="ru-RU"/>
              <a:t/>
            </a:r>
          </a:p>
          <a:p>
            <a:pPr lvl="2"/>
            <a:r>
              <a:rPr lang="ru-RU"/>
              <a:t/>
            </a:r>
          </a:p>
          <a:p>
            <a:pPr lvl="3"/>
            <a:r>
              <a:rPr lang="ru-RU"/>
              <a:t/>
            </a:r>
          </a:p>
          <a:p>
            <a:pPr lvl="4"/>
            <a:r>
              <a:rPr lang="ru-RU"/>
              <a:t/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0B9B70F-56BE-4BFF-9AF1-3E24439A89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6" y="1016001"/>
            <a:ext cx="5670473" cy="5184774"/>
          </a:xfrm>
        </p:spPr>
        <p:txBody>
          <a:bodyPr/>
          <a:lstStyle/>
          <a:p>
            <a:pPr lvl="0"/>
            <a:r>
              <a:rPr lang="ru-RU" dirty="0"/>
              <a:t/>
            </a:r>
          </a:p>
          <a:p>
            <a:pPr lvl="1"/>
            <a:r>
              <a:rPr lang="ru-RU" dirty="0"/>
              <a:t/>
            </a:r>
          </a:p>
          <a:p>
            <a:pPr lvl="2"/>
            <a:r>
              <a:rPr lang="ru-RU" dirty="0"/>
              <a:t/>
            </a:r>
          </a:p>
          <a:p>
            <a:pPr lvl="3"/>
            <a:r>
              <a:rPr lang="ru-RU" dirty="0"/>
              <a:t/>
            </a:r>
          </a:p>
          <a:p>
            <a:pPr lvl="4"/>
            <a:r>
              <a:rPr lang="ru-RU" dirty="0"/>
              <a:t/>
            </a:r>
          </a:p>
        </p:txBody>
      </p:sp>
      <p:sp>
        <p:nvSpPr>
          <p:cNvPr id="14" name="Дата 3">
            <a:extLst>
              <a:ext uri="{FF2B5EF4-FFF2-40B4-BE49-F238E27FC236}">
                <a16:creationId xmlns:a16="http://schemas.microsoft.com/office/drawing/2014/main" id="{A4424B46-3BA8-41B1-9808-8558C0F0E6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3014BBE-C503-4380-A869-5EE8294FE947}" type="datetime1">
              <a:rPr lang="ru-RU" smtClean="0"/>
              <a:t>02.10.2026</a:t>
            </a:fld>
            <a:endParaRPr lang="ru-RU"/>
          </a:p>
        </p:txBody>
      </p:sp>
      <p:sp>
        <p:nvSpPr>
          <p:cNvPr id="15" name="Нижний колонтитул 4">
            <a:extLst>
              <a:ext uri="{FF2B5EF4-FFF2-40B4-BE49-F238E27FC236}">
                <a16:creationId xmlns:a16="http://schemas.microsoft.com/office/drawing/2014/main" id="{4D73747B-1894-47A4-9E8B-797D1562EA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0C3B5973-5E99-43F7-82C6-8E450D7A98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96698D82-4C1C-4876-84CF-285AAC910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15869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D286EEAA-87D1-47A5-B9C0-E5BAD703F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/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A2D29F1-B583-4C98-B07B-171DC3552B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9334" y="1598615"/>
            <a:ext cx="5648250" cy="4602160"/>
          </a:xfrm>
        </p:spPr>
        <p:txBody>
          <a:bodyPr/>
          <a:lstStyle/>
          <a:p>
            <a:pPr lvl="0"/>
            <a:r>
              <a:rPr lang="ru-RU"/>
              <a:t/>
            </a:r>
          </a:p>
          <a:p>
            <a:pPr lvl="1"/>
            <a:r>
              <a:rPr lang="ru-RU"/>
              <a:t/>
            </a:r>
          </a:p>
          <a:p>
            <a:pPr lvl="2"/>
            <a:r>
              <a:rPr lang="ru-RU"/>
              <a:t/>
            </a:r>
          </a:p>
          <a:p>
            <a:pPr lvl="3"/>
            <a:r>
              <a:rPr lang="ru-RU"/>
              <a:t/>
            </a:r>
          </a:p>
          <a:p>
            <a:pPr lvl="4"/>
            <a:r>
              <a:rPr lang="ru-RU"/>
              <a:t/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E6D3064-465D-4982-AF9F-41FF98FCBF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/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60E92CA-C4D7-4946-B437-9FCD4AA313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1598615"/>
            <a:ext cx="5670473" cy="4602160"/>
          </a:xfrm>
        </p:spPr>
        <p:txBody>
          <a:bodyPr/>
          <a:lstStyle/>
          <a:p>
            <a:pPr lvl="0"/>
            <a:r>
              <a:rPr lang="ru-RU"/>
              <a:t/>
            </a:r>
          </a:p>
          <a:p>
            <a:pPr lvl="1"/>
            <a:r>
              <a:rPr lang="ru-RU"/>
              <a:t/>
            </a:r>
          </a:p>
          <a:p>
            <a:pPr lvl="2"/>
            <a:r>
              <a:rPr lang="ru-RU"/>
              <a:t/>
            </a:r>
          </a:p>
          <a:p>
            <a:pPr lvl="3"/>
            <a:r>
              <a:rPr lang="ru-RU"/>
              <a:t/>
            </a:r>
          </a:p>
          <a:p>
            <a:pPr lvl="4"/>
            <a:r>
              <a:rPr lang="ru-RU"/>
              <a:t/>
            </a:r>
          </a:p>
        </p:txBody>
      </p:sp>
      <p:sp>
        <p:nvSpPr>
          <p:cNvPr id="12" name="Дата 3">
            <a:extLst>
              <a:ext uri="{FF2B5EF4-FFF2-40B4-BE49-F238E27FC236}">
                <a16:creationId xmlns:a16="http://schemas.microsoft.com/office/drawing/2014/main" id="{50BC46DB-57AA-4551-8F67-742F842E12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D568497-304A-497F-ADAE-97D3CF462C1C}" type="datetime1">
              <a:rPr lang="ru-RU" smtClean="0"/>
              <a:t>02.10.2026</a:t>
            </a:fld>
            <a:endParaRPr lang="ru-RU"/>
          </a:p>
        </p:txBody>
      </p:sp>
      <p:sp>
        <p:nvSpPr>
          <p:cNvPr id="13" name="Нижний колонтитул 4">
            <a:extLst>
              <a:ext uri="{FF2B5EF4-FFF2-40B4-BE49-F238E27FC236}">
                <a16:creationId xmlns:a16="http://schemas.microsoft.com/office/drawing/2014/main" id="{F2048DE5-D653-4BDE-8495-A22EF4A50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E0E8C4D1-B7B4-4A6B-87A1-354341CD6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B533CD5F-4B3E-426C-9977-6EFBE36EE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449471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2CB240C-04A3-49D4-83F9-87A9C6C414DC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55138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799615-B88F-452A-A6CA-6793B83165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30D2CC-2D7F-43FF-B9B4-355F7E4643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73"/>
            </a:lvl1pPr>
            <a:lvl2pPr>
              <a:defRPr sz="1520"/>
            </a:lvl2pPr>
            <a:lvl3pPr>
              <a:defRPr sz="1266"/>
            </a:lvl3pPr>
            <a:lvl4pPr>
              <a:defRPr sz="1141"/>
            </a:lvl4pPr>
            <a:lvl5pPr>
              <a:defRPr sz="1141"/>
            </a:lvl5pPr>
            <a:lvl6pPr>
              <a:defRPr sz="1266"/>
            </a:lvl6pPr>
            <a:lvl7pPr>
              <a:defRPr sz="1266"/>
            </a:lvl7pPr>
            <a:lvl8pPr>
              <a:defRPr sz="1266"/>
            </a:lvl8pPr>
            <a:lvl9pPr>
              <a:defRPr sz="1266"/>
            </a:lvl9pPr>
          </a:lstStyle>
          <a:p>
            <a:pPr lvl="0"/>
            <a:r>
              <a:rPr lang="ru-RU"/>
              <a:t/>
            </a:r>
          </a:p>
          <a:p>
            <a:pPr lvl="1"/>
            <a:r>
              <a:rPr lang="ru-RU"/>
              <a:t/>
            </a:r>
          </a:p>
          <a:p>
            <a:pPr lvl="2"/>
            <a:r>
              <a:rPr lang="ru-RU"/>
              <a:t/>
            </a:r>
          </a:p>
          <a:p>
            <a:pPr lvl="3"/>
            <a:r>
              <a:rPr lang="ru-RU"/>
              <a:t/>
            </a:r>
          </a:p>
          <a:p>
            <a:pPr lvl="4"/>
            <a:r>
              <a:rPr lang="ru-RU"/>
              <a:t/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3E8D86B-609C-423A-9220-D7DC81877B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886"/>
            </a:lvl2pPr>
            <a:lvl3pPr marL="578755" indent="0">
              <a:buNone/>
              <a:defRPr sz="760"/>
            </a:lvl3pPr>
            <a:lvl4pPr marL="868132" indent="0">
              <a:buNone/>
              <a:defRPr sz="631"/>
            </a:lvl4pPr>
            <a:lvl5pPr marL="1157510" indent="0">
              <a:buNone/>
              <a:defRPr sz="631"/>
            </a:lvl5pPr>
            <a:lvl6pPr marL="1446887" indent="0">
              <a:buNone/>
              <a:defRPr sz="631"/>
            </a:lvl6pPr>
            <a:lvl7pPr marL="1736266" indent="0">
              <a:buNone/>
              <a:defRPr sz="631"/>
            </a:lvl7pPr>
            <a:lvl8pPr marL="2025644" indent="0">
              <a:buNone/>
              <a:defRPr sz="631"/>
            </a:lvl8pPr>
            <a:lvl9pPr marL="2315021" indent="0">
              <a:buNone/>
              <a:defRPr sz="631"/>
            </a:lvl9pPr>
          </a:lstStyle>
          <a:p>
            <a:pPr lvl="0"/>
            <a:r>
              <a:rPr lang="ru-RU"/>
              <a:t/>
            </a:r>
          </a:p>
        </p:txBody>
      </p:sp>
      <p:sp>
        <p:nvSpPr>
          <p:cNvPr id="8" name="Дата 3">
            <a:extLst>
              <a:ext uri="{FF2B5EF4-FFF2-40B4-BE49-F238E27FC236}">
                <a16:creationId xmlns:a16="http://schemas.microsoft.com/office/drawing/2014/main" id="{3D3B951D-08AE-4736-8D36-4EB9974DAC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E74468B-3512-454B-AB51-7AE95604D39E}" type="datetime1">
              <a:rPr lang="ru-RU" smtClean="0"/>
              <a:t>02.10.2026</a:t>
            </a:fld>
            <a:endParaRPr lang="ru-RU"/>
          </a:p>
        </p:txBody>
      </p:sp>
      <p:sp>
        <p:nvSpPr>
          <p:cNvPr id="9" name="Нижний колонтитул 4">
            <a:extLst>
              <a:ext uri="{FF2B5EF4-FFF2-40B4-BE49-F238E27FC236}">
                <a16:creationId xmlns:a16="http://schemas.microsoft.com/office/drawing/2014/main" id="{D1D906C7-232A-4192-A02B-35F7647002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0E0F42FE-1DE2-4412-B92B-28748FBE7F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55850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>
            <a:extLst>
              <a:ext uri="{FF2B5EF4-FFF2-40B4-BE49-F238E27FC236}">
                <a16:creationId xmlns:a16="http://schemas.microsoft.com/office/drawing/2014/main" id="{6492DF34-242F-4712-ACC0-85E96FE00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B2196-A440-4E25-B9FF-D0ADB01B1A15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5BFC209-E220-4DB1-9582-A06EDB706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F045645C-2F92-4AF1-B96A-C79DEB76E78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/>
            </a:r>
          </a:p>
        </p:txBody>
      </p:sp>
      <p:sp>
        <p:nvSpPr>
          <p:cNvPr id="18" name="Номер слайда 5">
            <a:extLst>
              <a:ext uri="{FF2B5EF4-FFF2-40B4-BE49-F238E27FC236}">
                <a16:creationId xmlns:a16="http://schemas.microsoft.com/office/drawing/2014/main" id="{424E19F6-1411-4AFE-9677-D4180DA214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571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7BAE699-64F9-49EF-B784-2DEF2B221955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1" name="Текст 6">
            <a:extLst>
              <a:ext uri="{FF2B5EF4-FFF2-40B4-BE49-F238E27FC236}">
                <a16:creationId xmlns:a16="http://schemas.microsoft.com/office/drawing/2014/main" id="{A8E19DA3-4B31-4259-B9A7-5F7A2E64285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2" name="Текст 9">
            <a:extLst>
              <a:ext uri="{FF2B5EF4-FFF2-40B4-BE49-F238E27FC236}">
                <a16:creationId xmlns:a16="http://schemas.microsoft.com/office/drawing/2014/main" id="{42FEA996-0F55-4FCB-8FCC-C78FEA766CF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/>
            </a:r>
          </a:p>
        </p:txBody>
      </p:sp>
      <p:sp>
        <p:nvSpPr>
          <p:cNvPr id="13" name="Текст 6">
            <a:extLst>
              <a:ext uri="{FF2B5EF4-FFF2-40B4-BE49-F238E27FC236}">
                <a16:creationId xmlns:a16="http://schemas.microsoft.com/office/drawing/2014/main" id="{C4D8DFD8-867D-4062-800E-27B73FA83BF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4" name="Текст 9">
            <a:extLst>
              <a:ext uri="{FF2B5EF4-FFF2-40B4-BE49-F238E27FC236}">
                <a16:creationId xmlns:a16="http://schemas.microsoft.com/office/drawing/2014/main" id="{01B4FB59-79EB-42C6-8468-505204DD843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/>
            </a:r>
          </a:p>
        </p:txBody>
      </p:sp>
      <p:sp>
        <p:nvSpPr>
          <p:cNvPr id="15" name="Текст 6">
            <a:extLst>
              <a:ext uri="{FF2B5EF4-FFF2-40B4-BE49-F238E27FC236}">
                <a16:creationId xmlns:a16="http://schemas.microsoft.com/office/drawing/2014/main" id="{2DD2E24E-A578-41A0-8812-3CEB5EB7DE2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6" name="Текст 9">
            <a:extLst>
              <a:ext uri="{FF2B5EF4-FFF2-40B4-BE49-F238E27FC236}">
                <a16:creationId xmlns:a16="http://schemas.microsoft.com/office/drawing/2014/main" id="{29120726-8DD9-4194-A282-2630D18F49E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/>
            </a:r>
          </a:p>
        </p:txBody>
      </p:sp>
      <p:sp>
        <p:nvSpPr>
          <p:cNvPr id="20" name="Текст 6">
            <a:extLst>
              <a:ext uri="{FF2B5EF4-FFF2-40B4-BE49-F238E27FC236}">
                <a16:creationId xmlns:a16="http://schemas.microsoft.com/office/drawing/2014/main" id="{F30BC2DD-F35E-474E-A833-EA478E7F80B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21" name="Текст 9">
            <a:extLst>
              <a:ext uri="{FF2B5EF4-FFF2-40B4-BE49-F238E27FC236}">
                <a16:creationId xmlns:a16="http://schemas.microsoft.com/office/drawing/2014/main" id="{7124A073-4FEB-4F54-A9B4-6797D7B46C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/>
            </a:r>
          </a:p>
        </p:txBody>
      </p:sp>
      <p:sp>
        <p:nvSpPr>
          <p:cNvPr id="22" name="Текст 6">
            <a:extLst>
              <a:ext uri="{FF2B5EF4-FFF2-40B4-BE49-F238E27FC236}">
                <a16:creationId xmlns:a16="http://schemas.microsoft.com/office/drawing/2014/main" id="{17FB4F65-9ABC-4376-8283-0F33F9BB91D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23" name="Текст 9">
            <a:extLst>
              <a:ext uri="{FF2B5EF4-FFF2-40B4-BE49-F238E27FC236}">
                <a16:creationId xmlns:a16="http://schemas.microsoft.com/office/drawing/2014/main" id="{C2E3AAAD-E9EB-4A42-ADAF-EDA850F01ED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/>
            </a:r>
          </a:p>
        </p:txBody>
      </p:sp>
      <p:sp>
        <p:nvSpPr>
          <p:cNvPr id="24" name="Текст 6">
            <a:extLst>
              <a:ext uri="{FF2B5EF4-FFF2-40B4-BE49-F238E27FC236}">
                <a16:creationId xmlns:a16="http://schemas.microsoft.com/office/drawing/2014/main" id="{835470A4-56EB-4A53-A875-42155372D2D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25" name="Текст 9">
            <a:extLst>
              <a:ext uri="{FF2B5EF4-FFF2-40B4-BE49-F238E27FC236}">
                <a16:creationId xmlns:a16="http://schemas.microsoft.com/office/drawing/2014/main" id="{ED3CC4C2-7EF9-4A4B-BDD1-B16EF36B84C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/>
            </a: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Текст 6">
            <a:extLst>
              <a:ext uri="{FF2B5EF4-FFF2-40B4-BE49-F238E27FC236}">
                <a16:creationId xmlns:a16="http://schemas.microsoft.com/office/drawing/2014/main" id="{53CEA4EC-5717-426C-A1A1-534D0A05524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78493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28" name="Текст 6">
            <a:extLst>
              <a:ext uri="{FF2B5EF4-FFF2-40B4-BE49-F238E27FC236}">
                <a16:creationId xmlns:a16="http://schemas.microsoft.com/office/drawing/2014/main" id="{ECD22E46-ECAB-4A6C-9243-E1661118B47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29" name="Текст 6">
            <a:extLst>
              <a:ext uri="{FF2B5EF4-FFF2-40B4-BE49-F238E27FC236}">
                <a16:creationId xmlns:a16="http://schemas.microsoft.com/office/drawing/2014/main" id="{A3CA815C-23B0-4736-B973-0A405AFC5D08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30" name="Текст 6">
            <a:extLst>
              <a:ext uri="{FF2B5EF4-FFF2-40B4-BE49-F238E27FC236}">
                <a16:creationId xmlns:a16="http://schemas.microsoft.com/office/drawing/2014/main" id="{0C64CE05-E630-4FDE-B773-3165E579B3B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31" name="Текст 6">
            <a:extLst>
              <a:ext uri="{FF2B5EF4-FFF2-40B4-BE49-F238E27FC236}">
                <a16:creationId xmlns:a16="http://schemas.microsoft.com/office/drawing/2014/main" id="{52DBB510-86A6-45BB-B6E1-54FE5A86B49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32" name="Текст 6">
            <a:extLst>
              <a:ext uri="{FF2B5EF4-FFF2-40B4-BE49-F238E27FC236}">
                <a16:creationId xmlns:a16="http://schemas.microsoft.com/office/drawing/2014/main" id="{CA530A5B-20B1-4742-8CF2-55C8F5CC1E91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41888580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граф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AFA80CC-940E-479C-90C0-76DA923785E9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Рисунок 7">
            <a:extLst>
              <a:ext uri="{FF2B5EF4-FFF2-40B4-BE49-F238E27FC236}">
                <a16:creationId xmlns:a16="http://schemas.microsoft.com/office/drawing/2014/main" id="{7F6989B1-EABA-40DD-BFD6-7E0075CDDEE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40147" y="1016001"/>
            <a:ext cx="4405777" cy="3078479"/>
          </a:xfrm>
        </p:spPr>
        <p:txBody>
          <a:bodyPr/>
          <a:lstStyle/>
          <a:p>
            <a:endParaRPr lang="ru-RU"/>
          </a:p>
        </p:txBody>
      </p:sp>
      <p:sp>
        <p:nvSpPr>
          <p:cNvPr id="28" name="Рисунок 9">
            <a:extLst>
              <a:ext uri="{FF2B5EF4-FFF2-40B4-BE49-F238E27FC236}">
                <a16:creationId xmlns:a16="http://schemas.microsoft.com/office/drawing/2014/main" id="{C157B27F-5477-43C4-BE9E-F7CF2A081F1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440149" y="4389108"/>
            <a:ext cx="4405775" cy="181166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29" name="Рисунок 11">
            <a:extLst>
              <a:ext uri="{FF2B5EF4-FFF2-40B4-BE49-F238E27FC236}">
                <a16:creationId xmlns:a16="http://schemas.microsoft.com/office/drawing/2014/main" id="{3E695B26-F7D2-4380-AAA1-0FB24A689AA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46075" y="3223948"/>
            <a:ext cx="6806142" cy="2976827"/>
          </a:xfrm>
        </p:spPr>
        <p:txBody>
          <a:bodyPr/>
          <a:lstStyle/>
          <a:p>
            <a:endParaRPr lang="ru-RU"/>
          </a:p>
        </p:txBody>
      </p:sp>
      <p:sp>
        <p:nvSpPr>
          <p:cNvPr id="30" name="Текст 15">
            <a:extLst>
              <a:ext uri="{FF2B5EF4-FFF2-40B4-BE49-F238E27FC236}">
                <a16:creationId xmlns:a16="http://schemas.microsoft.com/office/drawing/2014/main" id="{7EA2CF14-9D94-4B6F-AAA7-0B38CBB654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5360169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82A4DA7B-A7D8-4443-AD1C-4C7CDC678488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3" name="Текст 101">
            <a:extLst>
              <a:ext uri="{FF2B5EF4-FFF2-40B4-BE49-F238E27FC236}">
                <a16:creationId xmlns:a16="http://schemas.microsoft.com/office/drawing/2014/main" id="{B61EFF39-7063-4F67-A1C0-B9D05F3602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 dirty="0"/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75" name="Текст 74">
            <a:extLst>
              <a:ext uri="{FF2B5EF4-FFF2-40B4-BE49-F238E27FC236}">
                <a16:creationId xmlns:a16="http://schemas.microsoft.com/office/drawing/2014/main" id="{A0F2F041-BB01-463D-9CD2-6A231D5924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2924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76" name="Текст 74">
            <a:extLst>
              <a:ext uri="{FF2B5EF4-FFF2-40B4-BE49-F238E27FC236}">
                <a16:creationId xmlns:a16="http://schemas.microsoft.com/office/drawing/2014/main" id="{58BDD636-A558-406A-A768-05FF3D12BD8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62924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77" name="Текст 74">
            <a:extLst>
              <a:ext uri="{FF2B5EF4-FFF2-40B4-BE49-F238E27FC236}">
                <a16:creationId xmlns:a16="http://schemas.microsoft.com/office/drawing/2014/main" id="{53EE4994-79EE-43D0-B40B-E2DE25879B8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62924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78" name="Текст 74">
            <a:extLst>
              <a:ext uri="{FF2B5EF4-FFF2-40B4-BE49-F238E27FC236}">
                <a16:creationId xmlns:a16="http://schemas.microsoft.com/office/drawing/2014/main" id="{4CD31D83-EE69-46A0-B5B2-B2969969DCF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62924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79" name="Текст 74">
            <a:extLst>
              <a:ext uri="{FF2B5EF4-FFF2-40B4-BE49-F238E27FC236}">
                <a16:creationId xmlns:a16="http://schemas.microsoft.com/office/drawing/2014/main" id="{BFB2A4EF-E632-42AC-82F0-453D4A95A9E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62924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3761097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4E505DF-C567-47F2-9374-60838F800101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26867"/>
            <a:ext cx="4790314" cy="1615356"/>
          </a:xfrm>
          <a:prstGeom prst="roundRect">
            <a:avLst/>
          </a:prstGeom>
          <a:noFill/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807582"/>
            <a:ext cx="4790314" cy="1615356"/>
          </a:xfrm>
          <a:prstGeom prst="roundRect">
            <a:avLst/>
          </a:prstGeom>
          <a:noFill/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4584029"/>
            <a:ext cx="4790314" cy="1615356"/>
          </a:xfrm>
          <a:prstGeom prst="roundRect">
            <a:avLst/>
          </a:prstGeom>
          <a:noFill/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6699485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2938A0C3-5C2F-47B8-B008-79A49A1195BA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noFill/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noFill/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noFill/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noFill/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0163864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F4F29EB-DFD0-428E-8E89-ED117A3553E3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noFill/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noFill/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noFill/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noFill/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338058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д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52F0272-0FEA-44CE-966E-3D169B2F53D4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Текст 35">
            <a:extLst>
              <a:ext uri="{FF2B5EF4-FFF2-40B4-BE49-F238E27FC236}">
                <a16:creationId xmlns:a16="http://schemas.microsoft.com/office/drawing/2014/main" id="{BE583EE3-33C6-4FCC-9F56-28AB0B4FCAD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noFill/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9" name="Текст 35">
            <a:extLst>
              <a:ext uri="{FF2B5EF4-FFF2-40B4-BE49-F238E27FC236}">
                <a16:creationId xmlns:a16="http://schemas.microsoft.com/office/drawing/2014/main" id="{AFEBE25F-FFFE-4B9D-94E7-7A69C7B0D74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72" name="Текст 35">
            <a:extLst>
              <a:ext uri="{FF2B5EF4-FFF2-40B4-BE49-F238E27FC236}">
                <a16:creationId xmlns:a16="http://schemas.microsoft.com/office/drawing/2014/main" id="{3E63DE62-DFB7-44A9-A85D-B687FAE797D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noFill/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73" name="Текст 35">
            <a:extLst>
              <a:ext uri="{FF2B5EF4-FFF2-40B4-BE49-F238E27FC236}">
                <a16:creationId xmlns:a16="http://schemas.microsoft.com/office/drawing/2014/main" id="{65791B9B-D32F-4C66-AD0A-B1F3CB6B2B2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74" name="Текст 35">
            <a:extLst>
              <a:ext uri="{FF2B5EF4-FFF2-40B4-BE49-F238E27FC236}">
                <a16:creationId xmlns:a16="http://schemas.microsoft.com/office/drawing/2014/main" id="{3052024B-27A5-4D0B-A7E7-5161FB0ED37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noFill/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75" name="Текст 35">
            <a:extLst>
              <a:ext uri="{FF2B5EF4-FFF2-40B4-BE49-F238E27FC236}">
                <a16:creationId xmlns:a16="http://schemas.microsoft.com/office/drawing/2014/main" id="{9DFC47B0-ECC1-49CE-99A3-DC05480669A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76" name="Текст 35">
            <a:extLst>
              <a:ext uri="{FF2B5EF4-FFF2-40B4-BE49-F238E27FC236}">
                <a16:creationId xmlns:a16="http://schemas.microsoft.com/office/drawing/2014/main" id="{3B86BD35-3919-4E07-B138-AAF7CFF7DF0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noFill/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77" name="Текст 35">
            <a:extLst>
              <a:ext uri="{FF2B5EF4-FFF2-40B4-BE49-F238E27FC236}">
                <a16:creationId xmlns:a16="http://schemas.microsoft.com/office/drawing/2014/main" id="{10D94F19-5929-4A71-8C96-769ED6DD0BA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78" name="Текст 35">
            <a:extLst>
              <a:ext uri="{FF2B5EF4-FFF2-40B4-BE49-F238E27FC236}">
                <a16:creationId xmlns:a16="http://schemas.microsoft.com/office/drawing/2014/main" id="{D84303F2-08F5-497F-BC9B-59F70995863F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noFill/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79" name="Текст 35">
            <a:extLst>
              <a:ext uri="{FF2B5EF4-FFF2-40B4-BE49-F238E27FC236}">
                <a16:creationId xmlns:a16="http://schemas.microsoft.com/office/drawing/2014/main" id="{EA5C32CD-4539-4313-8B67-943CB8F5EBD9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5591179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роблема и реш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62B0DBE-B5A9-470E-85A9-7CC062D5339A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2FAEFDC9-8968-4F3D-8F8F-5591D6F30FE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A7C77525-23F2-401E-A901-0374D8239BB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53" name="Текст 35">
            <a:extLst>
              <a:ext uri="{FF2B5EF4-FFF2-40B4-BE49-F238E27FC236}">
                <a16:creationId xmlns:a16="http://schemas.microsoft.com/office/drawing/2014/main" id="{D2F4E226-3842-4532-A60F-4E8C02DAD6D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89" name="Текст 35">
            <a:extLst>
              <a:ext uri="{FF2B5EF4-FFF2-40B4-BE49-F238E27FC236}">
                <a16:creationId xmlns:a16="http://schemas.microsoft.com/office/drawing/2014/main" id="{C44A233F-7BDF-4F40-844F-FC23B1912AA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90" name="Текст 35">
            <a:extLst>
              <a:ext uri="{FF2B5EF4-FFF2-40B4-BE49-F238E27FC236}">
                <a16:creationId xmlns:a16="http://schemas.microsoft.com/office/drawing/2014/main" id="{1683ED6E-2444-48B8-A78B-F1EBA53E21C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91" name="Текст 35">
            <a:extLst>
              <a:ext uri="{FF2B5EF4-FFF2-40B4-BE49-F238E27FC236}">
                <a16:creationId xmlns:a16="http://schemas.microsoft.com/office/drawing/2014/main" id="{B788F042-DAFC-4B5A-B1AA-8ADEFAAA980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8752738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162940" y="1264478"/>
            <a:ext cx="3866121" cy="2436377"/>
          </a:xfrm>
        </p:spPr>
        <p:txBody>
          <a:bodyPr/>
          <a:p/>
        </p:txBody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D396B86-640F-4AD1-BBB2-E085B6CD8771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6075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/>
            </a:r>
          </a:p>
          <a:p>
            <a:pPr lvl="1"/>
            <a:r>
              <a:rPr lang="ru-RU"/>
              <a:t/>
            </a:r>
          </a:p>
          <a:p>
            <a:pPr lvl="2"/>
            <a:r>
              <a:rPr lang="ru-RU"/>
              <a:t/>
            </a:r>
          </a:p>
          <a:p>
            <a:pPr lvl="3"/>
            <a:r>
              <a:rPr lang="ru-RU"/>
              <a:t/>
            </a:r>
          </a:p>
          <a:p>
            <a:pPr lvl="4"/>
            <a:r>
              <a:rPr lang="ru-RU"/>
              <a:t/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40502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/>
            </a:r>
          </a:p>
          <a:p>
            <a:pPr lvl="1"/>
            <a:r>
              <a:rPr lang="ru-RU"/>
              <a:t/>
            </a:r>
          </a:p>
          <a:p>
            <a:pPr lvl="2"/>
            <a:r>
              <a:rPr lang="ru-RU"/>
              <a:t/>
            </a:r>
          </a:p>
          <a:p>
            <a:pPr lvl="3"/>
            <a:r>
              <a:rPr lang="ru-RU"/>
              <a:t/>
            </a:r>
          </a:p>
          <a:p>
            <a:pPr lvl="4"/>
            <a:r>
              <a:rPr lang="ru-RU"/>
              <a:t/>
            </a:r>
          </a:p>
        </p:txBody>
      </p:sp>
      <p:sp>
        <p:nvSpPr>
          <p:cNvPr id="91" name="Текст 7">
            <a:extLst>
              <a:ext uri="{FF2B5EF4-FFF2-40B4-BE49-F238E27FC236}">
                <a16:creationId xmlns:a16="http://schemas.microsoft.com/office/drawing/2014/main" id="{7C8F4076-BB2C-4FA3-9BAD-5EF87B638D5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30203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/>
            </a:r>
          </a:p>
          <a:p>
            <a:pPr lvl="1"/>
            <a:r>
              <a:rPr lang="ru-RU"/>
              <a:t/>
            </a:r>
          </a:p>
          <a:p>
            <a:pPr lvl="2"/>
            <a:r>
              <a:rPr lang="ru-RU"/>
              <a:t/>
            </a:r>
          </a:p>
          <a:p>
            <a:pPr lvl="3"/>
            <a:r>
              <a:rPr lang="ru-RU"/>
              <a:t/>
            </a:r>
          </a:p>
          <a:p>
            <a:pPr lvl="4"/>
            <a:r>
              <a:rPr lang="ru-RU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34699120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3AF0E63-1EB1-47F5-B09E-CA3E5DE528F3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10643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/>
            </a:r>
          </a:p>
          <a:p>
            <a:pPr lvl="1"/>
            <a:r>
              <a:rPr lang="ru-RU"/>
              <a:t/>
            </a:r>
          </a:p>
          <a:p>
            <a:pPr lvl="2"/>
            <a:r>
              <a:rPr lang="ru-RU"/>
              <a:t/>
            </a:r>
          </a:p>
          <a:p>
            <a:pPr lvl="3"/>
            <a:r>
              <a:rPr lang="ru-RU"/>
              <a:t/>
            </a:r>
          </a:p>
          <a:p>
            <a:pPr lvl="4"/>
            <a:r>
              <a:rPr lang="ru-RU"/>
              <a:t/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857950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/>
            </a:r>
          </a:p>
          <a:p>
            <a:pPr lvl="1"/>
            <a:r>
              <a:rPr lang="ru-RU"/>
              <a:t/>
            </a:r>
          </a:p>
          <a:p>
            <a:pPr lvl="2"/>
            <a:r>
              <a:rPr lang="ru-RU"/>
              <a:t/>
            </a:r>
          </a:p>
          <a:p>
            <a:pPr lvl="3"/>
            <a:r>
              <a:rPr lang="ru-RU"/>
              <a:t/>
            </a:r>
          </a:p>
          <a:p>
            <a:pPr lvl="4"/>
            <a:r>
              <a:rPr lang="ru-RU"/>
              <a:t/>
            </a:r>
          </a:p>
        </p:txBody>
      </p:sp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10642" y="1577998"/>
            <a:ext cx="4121688" cy="2283975"/>
          </a:xfrm>
        </p:spPr>
        <p:txBody>
          <a:bodyPr/>
          <a:p/>
        </p:txBody>
      </p:sp>
      <p:sp>
        <p:nvSpPr>
          <p:cNvPr id="123" name="Picture Placeholder 1">
            <a:extLst>
              <a:ext uri="{FF2B5EF4-FFF2-40B4-BE49-F238E27FC236}">
                <a16:creationId xmlns:a16="http://schemas.microsoft.com/office/drawing/2014/main" id="{C7FB8BAF-17B6-40DC-9912-73B3494AC45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855540" y="1577998"/>
            <a:ext cx="4121688" cy="2283975"/>
          </a:xfrm>
        </p:spPr>
        <p:txBody>
          <a:bodyPr/>
          <a:p/>
        </p:txBody>
      </p:sp>
    </p:spTree>
    <p:extLst>
      <p:ext uri="{BB962C8B-B14F-4D97-AF65-F5344CB8AC3E}">
        <p14:creationId xmlns:p14="http://schemas.microsoft.com/office/powerpoint/2010/main" val="22823953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  <p:txBody>
          <a:bodyPr/>
          <a:p/>
        </p:txBody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34F2EADD-49A3-44E7-AC8B-D07BF1B4F1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56349" y="1641283"/>
            <a:ext cx="3812931" cy="1021701"/>
          </a:xfrm>
          <a:prstGeom prst="roundRect">
            <a:avLst/>
          </a:prstGeom>
          <a:noFill/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46" name="Текст 35">
            <a:extLst>
              <a:ext uri="{FF2B5EF4-FFF2-40B4-BE49-F238E27FC236}">
                <a16:creationId xmlns:a16="http://schemas.microsoft.com/office/drawing/2014/main" id="{15551546-3EE0-4A54-9DEE-1E9FEBF43B2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47" name="Текст 35">
            <a:extLst>
              <a:ext uri="{FF2B5EF4-FFF2-40B4-BE49-F238E27FC236}">
                <a16:creationId xmlns:a16="http://schemas.microsoft.com/office/drawing/2014/main" id="{9D9ADB6F-AC53-4034-92EE-80435562B80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040021" y="1641283"/>
            <a:ext cx="3812931" cy="1021701"/>
          </a:xfrm>
          <a:prstGeom prst="roundRect">
            <a:avLst/>
          </a:prstGeom>
          <a:noFill/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48" name="Текст 35">
            <a:extLst>
              <a:ext uri="{FF2B5EF4-FFF2-40B4-BE49-F238E27FC236}">
                <a16:creationId xmlns:a16="http://schemas.microsoft.com/office/drawing/2014/main" id="{EAB22390-1508-4419-B1B3-375A734DF0E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40021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49" name="Текст 35">
            <a:extLst>
              <a:ext uri="{FF2B5EF4-FFF2-40B4-BE49-F238E27FC236}">
                <a16:creationId xmlns:a16="http://schemas.microsoft.com/office/drawing/2014/main" id="{FF699DD2-8E32-4C98-8444-90139EB2FDC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56349" y="3864598"/>
            <a:ext cx="3812931" cy="1021701"/>
          </a:xfrm>
          <a:prstGeom prst="roundRect">
            <a:avLst/>
          </a:prstGeom>
          <a:noFill/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50" name="Текст 35">
            <a:extLst>
              <a:ext uri="{FF2B5EF4-FFF2-40B4-BE49-F238E27FC236}">
                <a16:creationId xmlns:a16="http://schemas.microsoft.com/office/drawing/2014/main" id="{6496F1D2-4B4B-412C-B228-1C27099F20D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51" name="Текст 35">
            <a:extLst>
              <a:ext uri="{FF2B5EF4-FFF2-40B4-BE49-F238E27FC236}">
                <a16:creationId xmlns:a16="http://schemas.microsoft.com/office/drawing/2014/main" id="{55E268D8-B309-4AA0-8E1B-30DF4A86725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040021" y="3864598"/>
            <a:ext cx="3812931" cy="1021701"/>
          </a:xfrm>
          <a:prstGeom prst="roundRect">
            <a:avLst/>
          </a:prstGeom>
          <a:noFill/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E6797EA4-A26A-41BA-A1AB-8E1F9B9574D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040021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/>
            </a:r>
          </a:p>
        </p:txBody>
      </p:sp>
      <p:cxnSp>
        <p:nvCxnSpPr>
          <p:cNvPr id="168" name="Google Shape;2799;p94">
            <a:extLst>
              <a:ext uri="{FF2B5EF4-FFF2-40B4-BE49-F238E27FC236}">
                <a16:creationId xmlns:a16="http://schemas.microsoft.com/office/drawing/2014/main" id="{FA0271FA-A51F-4387-9143-29364B78BFC3}"/>
              </a:ext>
            </a:extLst>
          </p:cNvPr>
          <p:cNvCxnSpPr>
            <a:cxnSpLocks/>
          </p:cNvCxnSpPr>
          <p:nvPr userDrawn="1"/>
        </p:nvCxnSpPr>
        <p:spPr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" name="Google Shape;2799;p94">
            <a:extLst>
              <a:ext uri="{FF2B5EF4-FFF2-40B4-BE49-F238E27FC236}">
                <a16:creationId xmlns:a16="http://schemas.microsoft.com/office/drawing/2014/main" id="{83B50154-F03F-4297-B4A8-C77D1687B8DA}"/>
              </a:ext>
            </a:extLst>
          </p:cNvPr>
          <p:cNvCxnSpPr>
            <a:cxnSpLocks/>
          </p:cNvCxnSpPr>
          <p:nvPr userDrawn="1"/>
        </p:nvCxnSpPr>
        <p:spPr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0" name="Google Shape;2799;p94">
            <a:extLst>
              <a:ext uri="{FF2B5EF4-FFF2-40B4-BE49-F238E27FC236}">
                <a16:creationId xmlns:a16="http://schemas.microsoft.com/office/drawing/2014/main" id="{89D0D73E-B609-4208-BFA6-94ED3BC232A9}"/>
              </a:ext>
            </a:extLst>
          </p:cNvPr>
          <p:cNvCxnSpPr>
            <a:cxnSpLocks/>
          </p:cNvCxnSpPr>
          <p:nvPr userDrawn="1"/>
        </p:nvCxnSpPr>
        <p:spPr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1" name="Google Shape;2799;p94">
            <a:extLst>
              <a:ext uri="{FF2B5EF4-FFF2-40B4-BE49-F238E27FC236}">
                <a16:creationId xmlns:a16="http://schemas.microsoft.com/office/drawing/2014/main" id="{1DD03E5E-FCF0-4EC5-BA97-518950F7A41C}"/>
              </a:ext>
            </a:extLst>
          </p:cNvPr>
          <p:cNvCxnSpPr>
            <a:cxnSpLocks/>
          </p:cNvCxnSpPr>
          <p:nvPr userDrawn="1"/>
        </p:nvCxnSpPr>
        <p:spPr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19765B8-4F24-5E1F-432E-F592BFAF7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9" name="Дата 8">
            <a:extLst>
              <a:ext uri="{FF2B5EF4-FFF2-40B4-BE49-F238E27FC236}">
                <a16:creationId xmlns:a16="http://schemas.microsoft.com/office/drawing/2014/main" id="{E19B813A-8796-C89A-4669-BFA5CA98F24A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9D490EE5-ED7D-46E8-8345-A78A0CB0F4A4}" type="datetime1">
              <a:rPr lang="ru-RU" smtClean="0"/>
              <a:t>02.10.2026</a:t>
            </a:fld>
            <a:endParaRPr lang="ru-RU"/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2648A9B9-3888-6E59-EA1C-76276C4EE93D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0E2B1EF5-F5AA-C72A-5C4D-8EE372388A4E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64197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01460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  <p:txBody>
          <a:bodyPr/>
          <a:p/>
        </p:txBody>
      </p:sp>
      <p:sp>
        <p:nvSpPr>
          <p:cNvPr id="75" name="Picture Placeholder 1">
            <a:extLst>
              <a:ext uri="{FF2B5EF4-FFF2-40B4-BE49-F238E27FC236}">
                <a16:creationId xmlns:a16="http://schemas.microsoft.com/office/drawing/2014/main" id="{5F8A3887-CB84-43EA-BFC4-CD93F421C5F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  <p:txBody>
          <a:bodyPr/>
          <a:p/>
        </p:txBody>
      </p:sp>
      <p:sp>
        <p:nvSpPr>
          <p:cNvPr id="102" name="Picture Placeholder 1">
            <a:extLst>
              <a:ext uri="{FF2B5EF4-FFF2-40B4-BE49-F238E27FC236}">
                <a16:creationId xmlns:a16="http://schemas.microsoft.com/office/drawing/2014/main" id="{E009EEBC-6069-4389-9953-A05FCC07FDF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  <p:txBody>
          <a:bodyPr/>
          <a:p/>
        </p:txBody>
      </p:sp>
      <p:sp>
        <p:nvSpPr>
          <p:cNvPr id="171" name="Picture Placeholder 1">
            <a:extLst>
              <a:ext uri="{FF2B5EF4-FFF2-40B4-BE49-F238E27FC236}">
                <a16:creationId xmlns:a16="http://schemas.microsoft.com/office/drawing/2014/main" id="{16E9D3D5-A966-4770-89F5-48C9F92735F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  <p:txBody>
          <a:bodyPr/>
          <a:p/>
        </p:txBody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C8C16AD-D907-4463-BE30-FCBB33ACAE3F}" type="datetime1">
              <a:rPr lang="ru-RU" smtClean="0"/>
              <a:t>02.10.2026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97" name="Текст 7">
            <a:extLst>
              <a:ext uri="{FF2B5EF4-FFF2-40B4-BE49-F238E27FC236}">
                <a16:creationId xmlns:a16="http://schemas.microsoft.com/office/drawing/2014/main" id="{B3D45624-8EA3-4B52-B030-A364BB470CC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6076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/>
            </a:r>
          </a:p>
          <a:p>
            <a:pPr lvl="1"/>
            <a:r>
              <a:rPr lang="ru-RU"/>
              <a:t/>
            </a:r>
          </a:p>
          <a:p>
            <a:pPr lvl="2"/>
            <a:r>
              <a:rPr lang="ru-RU"/>
              <a:t/>
            </a:r>
          </a:p>
          <a:p>
            <a:pPr lvl="3"/>
            <a:r>
              <a:rPr lang="ru-RU"/>
              <a:t/>
            </a:r>
          </a:p>
          <a:p>
            <a:pPr lvl="4"/>
            <a:r>
              <a:rPr lang="ru-RU"/>
              <a:t/>
            </a:r>
          </a:p>
        </p:txBody>
      </p:sp>
      <p:sp>
        <p:nvSpPr>
          <p:cNvPr id="198" name="Текст 7">
            <a:extLst>
              <a:ext uri="{FF2B5EF4-FFF2-40B4-BE49-F238E27FC236}">
                <a16:creationId xmlns:a16="http://schemas.microsoft.com/office/drawing/2014/main" id="{CA86BD45-703D-484A-9D4A-1FEA90A4808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69562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/>
            </a:r>
          </a:p>
          <a:p>
            <a:pPr lvl="1"/>
            <a:r>
              <a:rPr lang="ru-RU"/>
              <a:t/>
            </a:r>
          </a:p>
          <a:p>
            <a:pPr lvl="2"/>
            <a:r>
              <a:rPr lang="ru-RU"/>
              <a:t/>
            </a:r>
          </a:p>
          <a:p>
            <a:pPr lvl="3"/>
            <a:r>
              <a:rPr lang="ru-RU"/>
              <a:t/>
            </a:r>
          </a:p>
          <a:p>
            <a:pPr lvl="4"/>
            <a:r>
              <a:rPr lang="ru-RU"/>
              <a:t/>
            </a:r>
          </a:p>
        </p:txBody>
      </p:sp>
      <p:sp>
        <p:nvSpPr>
          <p:cNvPr id="199" name="Текст 7">
            <a:extLst>
              <a:ext uri="{FF2B5EF4-FFF2-40B4-BE49-F238E27FC236}">
                <a16:creationId xmlns:a16="http://schemas.microsoft.com/office/drawing/2014/main" id="{0FE3D94F-B533-4C0D-9E9B-72F06706305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93048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/>
            </a:r>
          </a:p>
          <a:p>
            <a:pPr lvl="1"/>
            <a:r>
              <a:rPr lang="ru-RU"/>
              <a:t/>
            </a:r>
          </a:p>
          <a:p>
            <a:pPr lvl="2"/>
            <a:r>
              <a:rPr lang="ru-RU"/>
              <a:t/>
            </a:r>
          </a:p>
          <a:p>
            <a:pPr lvl="3"/>
            <a:r>
              <a:rPr lang="ru-RU"/>
              <a:t/>
            </a:r>
          </a:p>
          <a:p>
            <a:pPr lvl="4"/>
            <a:r>
              <a:rPr lang="ru-RU"/>
              <a:t/>
            </a:r>
          </a:p>
        </p:txBody>
      </p:sp>
      <p:sp>
        <p:nvSpPr>
          <p:cNvPr id="200" name="Текст 7">
            <a:extLst>
              <a:ext uri="{FF2B5EF4-FFF2-40B4-BE49-F238E27FC236}">
                <a16:creationId xmlns:a16="http://schemas.microsoft.com/office/drawing/2014/main" id="{0C4A1F6E-BDC1-410D-A748-7E90C2221ED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16535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/>
            </a:r>
          </a:p>
          <a:p>
            <a:pPr lvl="1"/>
            <a:r>
              <a:rPr lang="ru-RU"/>
              <a:t/>
            </a:r>
          </a:p>
          <a:p>
            <a:pPr lvl="2"/>
            <a:r>
              <a:rPr lang="ru-RU"/>
              <a:t/>
            </a:r>
          </a:p>
          <a:p>
            <a:pPr lvl="3"/>
            <a:r>
              <a:rPr lang="ru-RU"/>
              <a:t/>
            </a:r>
          </a:p>
          <a:p>
            <a:pPr lvl="4"/>
            <a:r>
              <a:rPr lang="ru-RU"/>
              <a:t/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08DEFE-D4AF-4461-AEAA-AABBFA147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186458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769503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Relationship Id="rId2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BCE23A-38F1-44E4-8D99-E9CD24A3A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6EAD268-7E0C-4473-BF2C-A75921B98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05FB47-C828-44E8-81A6-7D70F28691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D490EE5-ED7D-46E8-8345-A78A0CB0F4A4}" type="datetime1">
              <a:rPr lang="ru-RU" smtClean="0"/>
              <a:t>02.10.2026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38C8EAA-BD95-4729-8C84-AB6D45F44A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5" name="Номер слайда 5">
            <a:extLst>
              <a:ext uri="{FF2B5EF4-FFF2-40B4-BE49-F238E27FC236}">
                <a16:creationId xmlns:a16="http://schemas.microsoft.com/office/drawing/2014/main" id="{797EBB71-A16C-4900-8120-78386F05C8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2615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704" r:id="rId2"/>
    <p:sldLayoutId id="2147483694" r:id="rId3"/>
    <p:sldLayoutId id="2147483688" r:id="rId4"/>
    <p:sldLayoutId id="2147483662" r:id="rId5"/>
    <p:sldLayoutId id="2147483663" r:id="rId6"/>
    <p:sldLayoutId id="2147483664" r:id="rId7"/>
    <p:sldLayoutId id="2147483666" r:id="rId8"/>
    <p:sldLayoutId id="2147483667" r:id="rId9"/>
    <p:sldLayoutId id="2147483668" r:id="rId10"/>
    <p:sldLayoutId id="2147483689" r:id="rId11"/>
    <p:sldLayoutId id="2147483690" r:id="rId12"/>
    <p:sldLayoutId id="2147483702" r:id="rId13"/>
    <p:sldLayoutId id="2147483691" r:id="rId14"/>
    <p:sldLayoutId id="2147483692" r:id="rId15"/>
    <p:sldLayoutId id="2147483693" r:id="rId16"/>
    <p:sldLayoutId id="2147483696" r:id="rId17"/>
    <p:sldLayoutId id="2147483697" r:id="rId18"/>
    <p:sldLayoutId id="2147483698" r:id="rId19"/>
    <p:sldLayoutId id="2147483699" r:id="rId20"/>
    <p:sldLayoutId id="2147483700" r:id="rId21"/>
    <p:sldLayoutId id="2147483701" r:id="rId22"/>
    <p:sldLayoutId id="2147483703" r:id="rId23"/>
  </p:sldLayoutIdLst>
  <p:hf hdr="0" ftr="0" dt="0"/>
  <p:txStyles>
    <p:titleStyle>
      <a:lvl1pPr algn="l" defTabSz="578755" rtl="0" eaLnBrk="1" latinLnBrk="0" hangingPunct="1">
        <a:lnSpc>
          <a:spcPct val="90000"/>
        </a:lnSpc>
        <a:spcBef>
          <a:spcPct val="0"/>
        </a:spcBef>
        <a:buNone/>
        <a:defRPr sz="1997" b="1" kern="1200">
          <a:solidFill>
            <a:schemeClr val="bg1">
              <a:lumMod val="95000"/>
            </a:schemeClr>
          </a:solidFill>
          <a:latin typeface="+mj-lt"/>
          <a:ea typeface="+mj-ea"/>
          <a:cs typeface="Amatic SC" panose="00000500000000000000" pitchFamily="2" charset="-79"/>
        </a:defRPr>
      </a:lvl1pPr>
    </p:titleStyle>
    <p:bodyStyle>
      <a:lvl1pPr marL="144688" indent="-144688" algn="l" defTabSz="578755" rtl="0" eaLnBrk="1" latinLnBrk="0" hangingPunct="1">
        <a:lnSpc>
          <a:spcPct val="90000"/>
        </a:lnSpc>
        <a:spcBef>
          <a:spcPts val="631"/>
        </a:spcBef>
        <a:buFont typeface="Arial" panose="020B0604020202020204" pitchFamily="34" charset="0"/>
        <a:buChar char="•"/>
        <a:defRPr sz="1452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271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9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6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9" orient="horz" pos="4156">
          <p15:clr>
            <a:srgbClr val="F26B43"/>
          </p15:clr>
        </p15:guide>
        <p15:guide id="20" orient="horz" pos="482">
          <p15:clr>
            <a:srgbClr val="F26B43"/>
          </p15:clr>
        </p15:guide>
        <p15:guide id="21" pos="218">
          <p15:clr>
            <a:srgbClr val="F26B43"/>
          </p15:clr>
        </p15:guide>
        <p15:guide id="22" pos="7469">
          <p15:clr>
            <a:srgbClr val="F26B43"/>
          </p15:clr>
        </p15:guide>
        <p15:guide id="23" orient="horz" pos="249">
          <p15:clr>
            <a:srgbClr val="F26B43"/>
          </p15:clr>
        </p15:guide>
        <p15:guide id="24" orient="horz" pos="4042">
          <p15:clr>
            <a:srgbClr val="F26B43"/>
          </p15:clr>
        </p15:guide>
        <p15:guide id="25" orient="horz" pos="3906">
          <p15:clr>
            <a:srgbClr val="F26B43"/>
          </p15:clr>
        </p15:guide>
        <p15:guide id="26" orient="horz" pos="640">
          <p15:clr>
            <a:srgbClr val="F26B43"/>
          </p15:clr>
        </p15:guide>
        <p15:guide id="27" pos="38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5.jpg"/><Relationship Id="rId5" Type="http://schemas.openxmlformats.org/officeDocument/2006/relationships/image" Target="../media/image6.jpg"/><Relationship Id="rId6" Type="http://schemas.openxmlformats.org/officeDocument/2006/relationships/image" Target="../media/image7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.png"/><Relationship Id="rId3" Type="http://schemas.openxmlformats.org/officeDocument/2006/relationships/chart" Target="../charts/char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4.png"/><Relationship Id="rId3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image" Target="../media/image4.png"/><Relationship Id="rId3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0.png"/><Relationship Id="rId3" Type="http://schemas.openxmlformats.org/officeDocument/2006/relationships/chart" Target="../charts/char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3" Type="http://schemas.openxmlformats.org/officeDocument/2006/relationships/image" Target="../media/image1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FA84A33-0C72-0932-80BA-8E3874357B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3894513"/>
            <a:ext cx="6271845" cy="1706743"/>
          </a:xfrm>
        </p:spPr>
        <p:txBody>
          <a:bodyPr/>
          <a:lstStyle/>
          <a:p>
            <a:pPr marL="268288" indent="0"/>
            <a:r>
              <a:rPr lang="ru-RU" sz="4800"/>
              <a:t>ФСП Таланты</a:t>
            </a:r>
            <a:endParaRPr lang="ru-RU" sz="4800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7079B28-9FB8-672E-DD52-FA978EC4A21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5659501"/>
            <a:ext cx="8930641" cy="757174"/>
          </a:xfrm>
        </p:spPr>
        <p:txBody>
          <a:bodyPr anchor="ctr">
            <a:normAutofit lnSpcReduction="10000"/>
          </a:bodyPr>
          <a:lstStyle/>
          <a:p>
            <a:pPr marL="271463" indent="-3175"/>
            <a:r>
              <a:rPr lang="ru-RU" dirty="0"/>
              <a:t>Цифровая платформа-агрегатор ИТ-вакансий </a:t>
            </a:r>
            <a:br>
              <a:rPr lang="ru-RU" dirty="0"/>
            </a:br>
            <a:r>
              <a:rPr lang="ru-RU" dirty="0"/>
              <a:t>с верифицированным профилем достижений </a:t>
            </a:r>
            <a:br>
              <a:rPr lang="ru-RU" dirty="0"/>
            </a:br>
            <a:r>
              <a:rPr lang="ru-RU" dirty="0"/>
              <a:t>участника Федерации спортивного программирования (ФСП)</a:t>
            </a:r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42AA0FBE-CF0A-64AF-80E8-EF1996F56DB8}"/>
              </a:ext>
            </a:extLst>
          </p:cNvPr>
          <p:cNvSpPr/>
          <p:nvPr/>
        </p:nvSpPr>
        <p:spPr>
          <a:xfrm>
            <a:off x="-296709" y="-313993"/>
            <a:ext cx="6125156" cy="2285622"/>
          </a:xfrm>
          <a:prstGeom prst="roundRect">
            <a:avLst>
              <a:gd name="adj" fmla="val 98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0FC7892-251B-3371-00B1-416B799F0D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075" y="631174"/>
            <a:ext cx="4905194" cy="62003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47472" y="3401568"/>
            <a:ext cx="6400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КОМАНДА KINGSMAN · СПЕЦТРЕК ФСП · ЛЦТ 2026</a:t>
            </a:r>
          </a:p>
        </p:txBody>
      </p:sp>
    </p:spTree>
    <p:extLst>
      <p:ext uri="{BB962C8B-B14F-4D97-AF65-F5344CB8AC3E}">
        <p14:creationId xmlns:p14="http://schemas.microsoft.com/office/powerpoint/2010/main" val="1980666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3BA75DB-8EAE-769C-2B17-FF7CD6EEF6C6}"/>
              </a:ext>
            </a:extLst>
          </p:cNvPr>
          <p:cNvSpPr/>
          <p:nvPr/>
        </p:nvSpPr>
        <p:spPr>
          <a:xfrm>
            <a:off x="0" y="2971800"/>
            <a:ext cx="6456363" cy="38862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dirty="0"/>
          </a:p>
        </p:txBody>
      </p:sp>
      <p:pic>
        <p:nvPicPr>
          <p:cNvPr id="2" name="Рисунок 1" descr="landing.png"/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t="13177" b="13177"/>
          <a:stretch>
            <a:fillRect/>
          </a:stretch>
        </p:blipFill>
        <p:spPr>
          <a:xfrm>
            <a:off x="0" y="335267"/>
            <a:ext cx="6456363" cy="2971784"/>
          </a:xfrm>
        </p:spPr>
      </p:pic>
      <p:sp>
        <p:nvSpPr>
          <p:cNvPr id="6" name="Текст 8">
            <a:extLst>
              <a:ext uri="{FF2B5EF4-FFF2-40B4-BE49-F238E27FC236}">
                <a16:creationId xmlns:a16="http://schemas.microsoft.com/office/drawing/2014/main" id="{32D7670A-4313-AE7C-DDA9-134ADC224C94}"/>
              </a:ext>
            </a:extLst>
          </p:cNvPr>
          <p:cNvSpPr txBox="1">
            <a:spLocks/>
          </p:cNvSpPr>
          <p:nvPr/>
        </p:nvSpPr>
        <p:spPr>
          <a:xfrm>
            <a:off x="6819904" y="2303118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Краткое описание решения:</a:t>
            </a:r>
          </a:p>
        </p:txBody>
      </p:sp>
      <p:sp>
        <p:nvSpPr>
          <p:cNvPr id="8" name="Текст 8">
            <a:extLst>
              <a:ext uri="{FF2B5EF4-FFF2-40B4-BE49-F238E27FC236}">
                <a16:creationId xmlns:a16="http://schemas.microsoft.com/office/drawing/2014/main" id="{D8A04531-793D-BF7A-34F3-615C18C06BA5}"/>
              </a:ext>
            </a:extLst>
          </p:cNvPr>
          <p:cNvSpPr txBox="1">
            <a:spLocks/>
          </p:cNvSpPr>
          <p:nvPr/>
        </p:nvSpPr>
        <p:spPr>
          <a:xfrm>
            <a:off x="6836606" y="4876070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 pitchFamily="2" charset="2"/>
              <a:buNone/>
            </a:pPr>
            <a:r>
              <a:rPr lang="ru-RU" dirty="0">
                <a:solidFill>
                  <a:schemeClr val="tx1"/>
                </a:solidFill>
              </a:rPr>
              <a:t>Тест, который бесполезно сливать: у каждого соискателя свои задания одинаковой сложности. Подборка с объяснением, контакты только после согласия соискателя.</a:t>
            </a:r>
          </a:p>
        </p:txBody>
      </p:sp>
      <p:sp>
        <p:nvSpPr>
          <p:cNvPr id="14" name="Текст 8">
            <a:extLst>
              <a:ext uri="{FF2B5EF4-FFF2-40B4-BE49-F238E27FC236}">
                <a16:creationId xmlns:a16="http://schemas.microsoft.com/office/drawing/2014/main" id="{A66B04C6-E9BA-5BA2-7A5C-84468D491C57}"/>
              </a:ext>
            </a:extLst>
          </p:cNvPr>
          <p:cNvSpPr txBox="1">
            <a:spLocks/>
          </p:cNvSpPr>
          <p:nvPr/>
        </p:nvSpPr>
        <p:spPr>
          <a:xfrm>
            <a:off x="334962" y="3883009"/>
            <a:ext cx="5629858" cy="239903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Капитан: </a:t>
            </a:r>
            <a:r>
              <a:rPr lang="ru-RU" dirty="0">
                <a:solidFill>
                  <a:schemeClr val="tx1"/>
                </a:solidFill>
              </a:rPr>
              <a:t>Янковский Станислав Владимирович, разработчик-исследователь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Кол-во участников: </a:t>
            </a:r>
            <a:r>
              <a:rPr lang="ru-RU" dirty="0">
                <a:solidFill>
                  <a:schemeClr val="tx1"/>
                </a:solidFill>
              </a:rPr>
              <a:t>3 человека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Краткое описание: </a:t>
            </a:r>
          </a:p>
          <a:p>
            <a:pPr rtl="0">
              <a:buNone/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</a:pPr>
            <a:r>
              <a:rPr lang="ru-RU" i="1" dirty="0">
                <a:solidFill>
                  <a:schemeClr val="tx1"/>
                </a:solidFill>
              </a:rPr>
              <a:t>Собрались в общем чате по языку Rust, вместе участвуем в хакатонах.</a:t>
            </a:r>
          </a:p>
          <a:p>
            <a:pPr rtl="0">
              <a:buNone/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</a:pPr>
            <a:r>
              <a:rPr lang="ru-RU" i="1" dirty="0">
                <a:solidFill>
                  <a:schemeClr val="tx1"/>
                </a:solidFill>
              </a:rPr>
              <a:t>Работаем в индустрии: аэротехнологии, open source, частные проекты.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Город и регион:</a:t>
            </a: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835E7A1E-FFEA-1C2F-65E6-56769FEFB842}"/>
              </a:ext>
            </a:extLst>
          </p:cNvPr>
          <p:cNvSpPr txBox="1">
            <a:spLocks/>
          </p:cNvSpPr>
          <p:nvPr/>
        </p:nvSpPr>
        <p:spPr>
          <a:xfrm>
            <a:off x="334962" y="348478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О команде</a:t>
            </a:r>
          </a:p>
        </p:txBody>
      </p:sp>
      <p:sp>
        <p:nvSpPr>
          <p:cNvPr id="18" name="Заголовок 6">
            <a:extLst>
              <a:ext uri="{FF2B5EF4-FFF2-40B4-BE49-F238E27FC236}">
                <a16:creationId xmlns:a16="http://schemas.microsoft.com/office/drawing/2014/main" id="{7CB04CCE-DD7B-2901-A280-8E4E07945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9903" y="1039236"/>
            <a:ext cx="3636703" cy="1015128"/>
          </a:xfrm>
        </p:spPr>
        <p:txBody>
          <a:bodyPr/>
          <a:lstStyle/>
          <a:p>
            <a:r>
              <a:rPr lang="ru-RU" sz="2400">
                <a:solidFill>
                  <a:schemeClr val="accent5"/>
                </a:solidFill>
                <a:latin typeface="+mn-lt"/>
              </a:rPr>
              <a:t>ФСП Таланты</a:t>
            </a:r>
            <a:endParaRPr lang="ru-RU" sz="2400" dirty="0">
              <a:solidFill>
                <a:schemeClr val="accent5"/>
              </a:solidFill>
              <a:latin typeface="+mn-lt"/>
            </a:endParaRP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7C7CCC6C-58F8-0E63-53E4-87AE6D59DD62}"/>
              </a:ext>
            </a:extLst>
          </p:cNvPr>
          <p:cNvCxnSpPr>
            <a:cxnSpLocks/>
          </p:cNvCxnSpPr>
          <p:nvPr/>
        </p:nvCxnSpPr>
        <p:spPr>
          <a:xfrm>
            <a:off x="6880774" y="2240031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1B3B23E2-26F4-92D2-2DA4-7A9B6B8237E1}"/>
              </a:ext>
            </a:extLst>
          </p:cNvPr>
          <p:cNvCxnSpPr>
            <a:cxnSpLocks/>
          </p:cNvCxnSpPr>
          <p:nvPr/>
        </p:nvCxnSpPr>
        <p:spPr>
          <a:xfrm>
            <a:off x="6897347" y="4437879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0C8347DC-DEA9-7C56-5C73-FA89FB55D49D}"/>
              </a:ext>
            </a:extLst>
          </p:cNvPr>
          <p:cNvCxnSpPr>
            <a:cxnSpLocks/>
          </p:cNvCxnSpPr>
          <p:nvPr/>
        </p:nvCxnSpPr>
        <p:spPr>
          <a:xfrm>
            <a:off x="395833" y="3448639"/>
            <a:ext cx="570016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Текст 8">
            <a:extLst>
              <a:ext uri="{FF2B5EF4-FFF2-40B4-BE49-F238E27FC236}">
                <a16:creationId xmlns:a16="http://schemas.microsoft.com/office/drawing/2014/main" id="{D556F1CE-69ED-AE0F-D388-9032B66CC535}"/>
              </a:ext>
            </a:extLst>
          </p:cNvPr>
          <p:cNvSpPr txBox="1">
            <a:spLocks/>
          </p:cNvSpPr>
          <p:nvPr/>
        </p:nvSpPr>
        <p:spPr>
          <a:xfrm>
            <a:off x="6819904" y="4541737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Уникальность решения:</a:t>
            </a:r>
          </a:p>
        </p:txBody>
      </p:sp>
      <p:sp>
        <p:nvSpPr>
          <p:cNvPr id="5" name="Текст 8">
            <a:extLst>
              <a:ext uri="{FF2B5EF4-FFF2-40B4-BE49-F238E27FC236}">
                <a16:creationId xmlns:a16="http://schemas.microsoft.com/office/drawing/2014/main" id="{6811D897-A2AE-AA09-747E-1B90C43B5420}"/>
              </a:ext>
            </a:extLst>
          </p:cNvPr>
          <p:cNvSpPr txBox="1">
            <a:spLocks/>
          </p:cNvSpPr>
          <p:nvPr/>
        </p:nvSpPr>
        <p:spPr>
          <a:xfrm>
            <a:off x="6808027" y="2619903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 pitchFamily="2" charset="2"/>
              <a:buNone/>
            </a:pPr>
            <a:r>
              <a:rPr lang="ru-RU" dirty="0">
                <a:solidFill>
                  <a:schemeClr val="tx1"/>
                </a:solidFill>
              </a:rPr>
              <a:t>Компания сама пишет соискателю и сразу называет вилку. Категорию даёт адаптивный тест, а не резюме; внутри категории выше те, у кого подтверждены навыки и есть достижения ФСП.</a:t>
            </a:r>
          </a:p>
        </p:txBody>
      </p:sp>
      <p:sp>
        <p:nvSpPr>
          <p:cNvPr id="10" name="Номер слайда 35">
            <a:extLst>
              <a:ext uri="{FF2B5EF4-FFF2-40B4-BE49-F238E27FC236}">
                <a16:creationId xmlns:a16="http://schemas.microsoft.com/office/drawing/2014/main" id="{75D9ACE7-3A6B-03B3-9BA4-502350CBAA74}"/>
              </a:ext>
            </a:extLst>
          </p:cNvPr>
          <p:cNvSpPr txBox="1">
            <a:spLocks/>
          </p:cNvSpPr>
          <p:nvPr/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2DCC5B9-D646-4B76-891F-6FF4E74E9CB4}" type="slidenum">
              <a:rPr lang="ru-RU" sz="1200" smtClean="0">
                <a:solidFill>
                  <a:schemeClr val="accent5"/>
                </a:solidFill>
              </a:rPr>
              <a:pPr algn="ctr"/>
              <a:t>8</a:t>
            </a:fld>
            <a:endParaRPr lang="ru-RU" sz="1200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97789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AC977F-019F-1EBC-A1EC-CEAA645B5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Скругленный прямоугольник 55">
            <a:extLst>
              <a:ext uri="{FF2B5EF4-FFF2-40B4-BE49-F238E27FC236}">
                <a16:creationId xmlns:a16="http://schemas.microsoft.com/office/drawing/2014/main" id="{635392F3-78F4-5585-E25E-CDBEA7E9F10C}"/>
              </a:ext>
            </a:extLst>
          </p:cNvPr>
          <p:cNvSpPr/>
          <p:nvPr/>
        </p:nvSpPr>
        <p:spPr>
          <a:xfrm>
            <a:off x="4998201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57" name="Текст 8">
            <a:extLst>
              <a:ext uri="{FF2B5EF4-FFF2-40B4-BE49-F238E27FC236}">
                <a16:creationId xmlns:a16="http://schemas.microsoft.com/office/drawing/2014/main" id="{9398668D-F141-1433-7B1B-1518BC470E30}"/>
              </a:ext>
            </a:extLst>
          </p:cNvPr>
          <p:cNvSpPr txBox="1">
            <a:spLocks/>
          </p:cNvSpPr>
          <p:nvPr/>
        </p:nvSpPr>
        <p:spPr>
          <a:xfrm>
            <a:off x="5170485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Data Engineer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@bro_etiket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+79006809507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Self-employed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58" name="Текст 8">
            <a:extLst>
              <a:ext uri="{FF2B5EF4-FFF2-40B4-BE49-F238E27FC236}">
                <a16:creationId xmlns:a16="http://schemas.microsoft.com/office/drawing/2014/main" id="{8D1E397B-73F6-7777-9CD1-12E43986247F}"/>
              </a:ext>
            </a:extLst>
          </p:cNvPr>
          <p:cNvSpPr txBox="1">
            <a:spLocks/>
          </p:cNvSpPr>
          <p:nvPr/>
        </p:nvSpPr>
        <p:spPr>
          <a:xfrm>
            <a:off x="5170484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Александр Чиркунов</a:t>
            </a:r>
          </a:p>
        </p:txBody>
      </p:sp>
      <p:sp>
        <p:nvSpPr>
          <p:cNvPr id="59" name="Скругленный прямоугольник 58">
            <a:extLst>
              <a:ext uri="{FF2B5EF4-FFF2-40B4-BE49-F238E27FC236}">
                <a16:creationId xmlns:a16="http://schemas.microsoft.com/office/drawing/2014/main" id="{0F406257-4D6A-D88A-21D7-91882F262CF5}"/>
              </a:ext>
            </a:extLst>
          </p:cNvPr>
          <p:cNvSpPr/>
          <p:nvPr/>
        </p:nvSpPr>
        <p:spPr>
          <a:xfrm>
            <a:off x="7303519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0" name="Текст 8">
            <a:extLst>
              <a:ext uri="{FF2B5EF4-FFF2-40B4-BE49-F238E27FC236}">
                <a16:creationId xmlns:a16="http://schemas.microsoft.com/office/drawing/2014/main" id="{44C1868D-BA5E-04C0-2882-2494450EF9D6}"/>
              </a:ext>
            </a:extLst>
          </p:cNvPr>
          <p:cNvSpPr txBox="1">
            <a:spLocks/>
          </p:cNvSpPr>
          <p:nvPr/>
        </p:nvSpPr>
        <p:spPr>
          <a:xfrm>
            <a:off x="7475803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Data Engineer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@h9kbt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+79870941692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1200">
                <a:solidFill>
                  <a:schemeClr val="tx1"/>
                </a:solidFill>
              </a:rPr>
              <a:t>Opensource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61" name="Текст 8">
            <a:extLst>
              <a:ext uri="{FF2B5EF4-FFF2-40B4-BE49-F238E27FC236}">
                <a16:creationId xmlns:a16="http://schemas.microsoft.com/office/drawing/2014/main" id="{1A52C52A-3120-DA42-507D-5AE477E99E60}"/>
              </a:ext>
            </a:extLst>
          </p:cNvPr>
          <p:cNvSpPr txBox="1">
            <a:spLocks/>
          </p:cNvSpPr>
          <p:nvPr/>
        </p:nvSpPr>
        <p:spPr>
          <a:xfrm>
            <a:off x="7475802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Егор Иванов</a:t>
            </a: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FC0035EA-559C-020F-D4A8-B4146A26E8E5}"/>
              </a:ext>
            </a:extLst>
          </p:cNvPr>
          <p:cNvSpPr/>
          <p:nvPr/>
        </p:nvSpPr>
        <p:spPr>
          <a:xfrm>
            <a:off x="2692883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3" name="Скругленный прямоугольник 12">
            <a:extLst>
              <a:ext uri="{FF2B5EF4-FFF2-40B4-BE49-F238E27FC236}">
                <a16:creationId xmlns:a16="http://schemas.microsoft.com/office/drawing/2014/main" id="{4F9EEB10-D234-64E3-5744-B3981F11A494}"/>
              </a:ext>
            </a:extLst>
          </p:cNvPr>
          <p:cNvSpPr/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ADFA4405-6EC1-3A52-92A7-2CA2130BB2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9</a:t>
            </a:fld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2" name="Рисунок 1" descr="team-yankovsky.jpg"/>
          <p:cNvPicPr>
            <a:picLocks noGrp="1" noChangeAspect="1"/>
          </p:cNvPicPr>
          <p:nvPr>
            <p:ph type="pic" sz="quarter" idx="4294967295"/>
          </p:nvPr>
        </p:nvPicPr>
        <p:blipFill>
          <a:blip r:embed="rId4"/>
          <a:srcRect t="15280" b="15280"/>
          <a:stretch>
            <a:fillRect/>
          </a:stretch>
        </p:blipFill>
        <p:spPr>
          <a:xfrm>
            <a:off x="2928204" y="1816054"/>
            <a:ext cx="1722566" cy="1552901"/>
          </a:xfrm>
        </p:spPr>
      </p:pic>
      <p:pic>
        <p:nvPicPr>
          <p:cNvPr id="3" name="Рисунок 2" descr="team-chirkunov.jpg"/>
          <p:cNvPicPr>
            <a:picLocks noGrp="1" noChangeAspect="1"/>
          </p:cNvPicPr>
          <p:nvPr>
            <p:ph type="pic" sz="quarter" idx="4294967295"/>
          </p:nvPr>
        </p:nvPicPr>
        <p:blipFill>
          <a:blip r:embed="rId5"/>
          <a:srcRect t="9067" b="9067"/>
          <a:stretch>
            <a:fillRect/>
          </a:stretch>
        </p:blipFill>
        <p:spPr>
          <a:xfrm>
            <a:off x="5233274" y="1826554"/>
            <a:ext cx="1722566" cy="1542401"/>
          </a:xfrm>
        </p:spPr>
      </p:pic>
      <p:pic>
        <p:nvPicPr>
          <p:cNvPr id="4" name="Рисунок 3" descr="team-ivanov.jpg"/>
          <p:cNvPicPr>
            <a:picLocks noGrp="1" noChangeAspect="1"/>
          </p:cNvPicPr>
          <p:nvPr>
            <p:ph type="pic" sz="quarter" idx="4294967295"/>
          </p:nvPr>
        </p:nvPicPr>
        <p:blipFill>
          <a:blip r:embed="rId6"/>
          <a:srcRect l="11702" r="11702"/>
          <a:stretch>
            <a:fillRect/>
          </a:stretch>
        </p:blipFill>
        <p:spPr>
          <a:xfrm>
            <a:off x="7538591" y="1809238"/>
            <a:ext cx="1722567" cy="1559717"/>
          </a:xfrm>
        </p:spPr>
      </p:pic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A8302BF4-F579-F30C-0D0B-9EC587DE2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59" y="449787"/>
            <a:ext cx="9862734" cy="376138"/>
          </a:xfrm>
        </p:spPr>
        <p:txBody>
          <a:bodyPr/>
          <a:lstStyle/>
          <a:p>
            <a:r>
              <a:rPr lang="ru-RU">
                <a:latin typeface="+mn-lt"/>
              </a:rPr>
              <a:t>СОСТАВ КОМАНДЫ</a:t>
            </a:r>
            <a:endParaRPr lang="ru-RU" dirty="0">
              <a:latin typeface="+mn-lt"/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8392728C-0D28-63FE-46DB-BBDA5226DAE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2865167" y="4250028"/>
            <a:ext cx="1894354" cy="1624612"/>
          </a:xfrm>
        </p:spPr>
        <p:txBody>
          <a:bodyPr>
            <a:normAutofit/>
          </a:bodyPr>
          <a:lstStyle/>
          <a:p>
            <a:pPr rtl="0" fontAlgn="base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Капитан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@memtrace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+79538198350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ООО «Новые Аэротехнологии»</a:t>
            </a: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34A1767C-75B2-E3D4-5057-DD85E6AB1440}"/>
              </a:ext>
            </a:extLst>
          </p:cNvPr>
          <p:cNvSpPr txBox="1">
            <a:spLocks/>
          </p:cNvSpPr>
          <p:nvPr/>
        </p:nvSpPr>
        <p:spPr>
          <a:xfrm>
            <a:off x="2865166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Станислав Янковский</a:t>
            </a:r>
          </a:p>
        </p:txBody>
      </p:sp>
    </p:spTree>
    <p:extLst>
      <p:ext uri="{BB962C8B-B14F-4D97-AF65-F5344CB8AC3E}">
        <p14:creationId xmlns:p14="http://schemas.microsoft.com/office/powerpoint/2010/main" val="922147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51DE2-6F1E-2FB8-52A8-A597ED4D8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3750912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/>
          <p:nvPr/>
        </p:nvSpPr>
        <p:spPr>
          <a:xfrm>
            <a:off x="6230774" y="1211284"/>
            <a:ext cx="5440313" cy="4989492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/>
          <p:nvPr/>
        </p:nvSpPr>
        <p:spPr>
          <a:xfrm>
            <a:off x="346076" y="1211284"/>
            <a:ext cx="5440313" cy="4989492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11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BA7842-46FE-F786-9D85-92BBE62C549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89493" y="1920927"/>
            <a:ext cx="4929861" cy="3868581"/>
          </a:xfrm>
        </p:spPr>
        <p:txBody>
          <a:bodyPr>
            <a:normAutofit/>
          </a:bodyPr>
          <a:lstStyle/>
          <a:p>
            <a:r>
              <a:rPr lang="ru-RU" sz="1400" dirty="0">
                <a:solidFill>
                  <a:schemeClr val="tx1"/>
                </a:solidFill>
              </a:rPr>
              <a:t>Rust-ядро: адаптивный тест на IRT и 62 параметрических шаблона — у каждого соискателя свои экземпляры заданий</a:t>
            </a:r>
          </a:p>
          <a:p>
            <a:r>
              <a:rPr lang="ru-RU" sz="1400" dirty="0">
                <a:solidFill>
                  <a:schemeClr val="tx1"/>
                </a:solidFill>
              </a:rPr>
              <a:t>Подбор по 8 признакам с объяснением каждого балла; 10 000 соискателей ранжируются за 0,3 мс</a:t>
            </a:r>
          </a:p>
          <a:p>
            <a:r>
              <a:rPr lang="ru-RU" sz="1400" dirty="0">
                <a:solidFill>
                  <a:schemeClr val="tx1"/>
                </a:solidFill>
              </a:rPr>
              <a:t>ФСП ID на Keycloak (OIDC + PKCE), достижения из реестра поднимают соискателя в категории</a:t>
            </a:r>
          </a:p>
          <a:p>
            <a:r>
              <a:rPr lang="ru-RU" sz="1400" dirty="0">
                <a:solidFill>
                  <a:schemeClr val="tx1"/>
                </a:solidFill>
              </a:rPr>
              <a:t>Прокторинг: видеозапись теста с согласия и журнал уходов со вкладки; компания видит только отметку</a:t>
            </a:r>
          </a:p>
          <a:p>
            <a:r>
              <a:rPr lang="ru-RU" sz="1400" dirty="0">
                <a:solidFill>
                  <a:schemeClr val="tx1"/>
                </a:solidFill>
              </a:rPr>
              <a:t>PostgreSQL, Next.js, OpenAPI 3.1, Docker Compose; 152-ФЗ — шифрование ПДн, согласия, журнал доступа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ADF42A3-53F4-C8E0-2D79-332DAAEB9A8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513513" y="1920927"/>
            <a:ext cx="4957144" cy="3876445"/>
          </a:xfrm>
        </p:spPr>
        <p:txBody>
          <a:bodyPr>
            <a:normAutofit/>
          </a:bodyPr>
          <a:lstStyle/>
          <a:p>
            <a:br>
              <a:rPr lang="ru-RU" sz="1400" dirty="0">
                <a:solidFill>
                  <a:schemeClr val="tx1"/>
                </a:solidFill>
              </a:rPr>
            </a:br>
            <a:r>
              <a:rPr lang="ru-RU" sz="1400" dirty="0">
                <a:solidFill>
                  <a:schemeClr val="tx1"/>
                </a:solidFill>
              </a:rPr>
              <a:t>Соискатель не ищет вакансии: компании приходят к нему с вилкой</a:t>
            </a:r>
          </a:p>
          <a:p>
            <a:r>
              <a:rPr lang="ru-RU" sz="1400" dirty="0">
                <a:solidFill>
                  <a:schemeClr val="tx1"/>
                </a:solidFill>
              </a:rPr>
              <a:t>Компания получает подтверждённую тестом категорию вместо стопки резюме</a:t>
            </a:r>
          </a:p>
          <a:p>
            <a:r>
              <a:rPr lang="ru-RU" sz="1400" dirty="0">
                <a:solidFill>
                  <a:schemeClr val="tx1"/>
                </a:solidFill>
              </a:rPr>
              <a:t>Участник ФСП превращает спортивные результаты в карьерное преимущество</a:t>
            </a:r>
          </a:p>
          <a:p>
            <a:r>
              <a:rPr lang="ru-RU" sz="1400" dirty="0">
                <a:solidFill>
                  <a:schemeClr val="tx1"/>
                </a:solidFill>
              </a:rPr>
              <a:t>Квота приглашений и вилка в первом сообщении убирают спам с обеих сторон</a:t>
            </a: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56851"/>
            <a:ext cx="9862734" cy="376138"/>
          </a:xfrm>
        </p:spPr>
        <p:txBody>
          <a:bodyPr/>
          <a:lstStyle/>
          <a:p>
            <a:r>
              <a:rPr lang="ru-RU" dirty="0"/>
              <a:t>КОРОТКО О РЕШЕНИИ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26BEC078-5087-6080-D7D6-F5A0B438BDE2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78063" y="1476583"/>
            <a:ext cx="4929861" cy="55514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000" b="1" dirty="0">
                <a:solidFill>
                  <a:schemeClr val="accent5"/>
                </a:solidFill>
              </a:rPr>
              <a:t>Техническая суть решения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2859F02A-65ED-43C1-C072-8FCD6772DA35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6513513" y="1476583"/>
            <a:ext cx="5214724" cy="561519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000" b="1" dirty="0">
                <a:solidFill>
                  <a:schemeClr val="accent5"/>
                </a:solidFill>
              </a:rPr>
              <a:t>Маркетинговая суть решения</a:t>
            </a:r>
          </a:p>
          <a:p>
            <a:pPr>
              <a:lnSpc>
                <a:spcPct val="100000"/>
              </a:lnSpc>
            </a:pPr>
            <a:endParaRPr lang="ru-RU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87764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62BB59-6E27-43D2-BF3A-1879F75EA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8587F3BD-E802-93BD-3D32-FDF202FEA64D}"/>
              </a:ext>
            </a:extLst>
          </p:cNvPr>
          <p:cNvSpPr/>
          <p:nvPr/>
        </p:nvSpPr>
        <p:spPr>
          <a:xfrm>
            <a:off x="4419477" y="1522006"/>
            <a:ext cx="3399397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B6016C66-2F45-3093-7675-966377141ADD}"/>
              </a:ext>
            </a:extLst>
          </p:cNvPr>
          <p:cNvSpPr/>
          <p:nvPr/>
        </p:nvSpPr>
        <p:spPr>
          <a:xfrm>
            <a:off x="8365958" y="1522006"/>
            <a:ext cx="3248506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A68CA47-326C-A498-C456-623193EF0FFA}"/>
              </a:ext>
            </a:extLst>
          </p:cNvPr>
          <p:cNvSpPr/>
          <p:nvPr/>
        </p:nvSpPr>
        <p:spPr>
          <a:xfrm>
            <a:off x="623888" y="1522006"/>
            <a:ext cx="3248506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E769D24B-D4D8-3322-BCAB-77138E0270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17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5DF4935E-10E9-5CA8-85EF-08A77383EBE6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80565" y="2493074"/>
            <a:ext cx="2965634" cy="423628"/>
          </a:xfrm>
        </p:spPr>
        <p:txBody>
          <a:bodyPr/>
          <a:lstStyle/>
          <a:p>
            <a:r>
              <a:rPr lang="ru-RU" sz="1800">
                <a:solidFill>
                  <a:srgbClr val="F92571"/>
                </a:solidFill>
              </a:rPr>
              <a:t>Компания тонет</a:t>
            </a:r>
            <a:endParaRPr lang="ru-RU" sz="1800" dirty="0">
              <a:solidFill>
                <a:srgbClr val="F9257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63156EE-B99A-3E1C-1DFF-C779A3E1B5D8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80565" y="3128740"/>
            <a:ext cx="2965633" cy="2797928"/>
          </a:xfrm>
        </p:spPr>
        <p:txBody>
          <a:bodyPr/>
          <a:lstStyle/>
          <a:p>
            <a:pPr marL="0" indent="0">
              <a:buNone/>
            </a:pPr>
            <a:r>
              <a:rPr lang="ru-RU">
                <a:solidFill>
                  <a:schemeClr val="tx1"/>
                </a:solidFill>
              </a:rPr>
              <a:t>Сотни нерелевантных откликов разбирают дорогие инженеры. Резюме показывает ключевые слова, а не навыки.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5C5649E-E208-17C2-F091-5482CC2FD51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4623178" y="2493074"/>
            <a:ext cx="3034896" cy="403756"/>
          </a:xfrm>
        </p:spPr>
        <p:txBody>
          <a:bodyPr/>
          <a:lstStyle/>
          <a:p>
            <a:r>
              <a:rPr lang="ru-RU" sz="1800">
                <a:solidFill>
                  <a:srgbClr val="F92571"/>
                </a:solidFill>
              </a:rPr>
              <a:t>Соискатель не знает условий</a:t>
            </a:r>
            <a:endParaRPr lang="ru-RU" sz="1800" dirty="0">
              <a:solidFill>
                <a:srgbClr val="F92571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B6AED36-1714-5896-5E97-ECA75EAA24C5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4623178" y="3128740"/>
            <a:ext cx="3034896" cy="2797928"/>
          </a:xfrm>
        </p:spPr>
        <p:txBody>
          <a:bodyPr/>
          <a:lstStyle/>
          <a:p>
            <a:pPr marL="0" indent="0">
              <a:buNone/>
            </a:pPr>
            <a:r>
              <a:rPr lang="ru-RU">
                <a:solidFill>
                  <a:schemeClr val="tx1"/>
                </a:solidFill>
              </a:rPr>
              <a:t>Отклик уходит в пустоту, обратной связи нет, а зарплату узнаёшь только на третьем созвоне.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B578740-7F02-5606-0701-43CBE42E617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547959" y="2493074"/>
            <a:ext cx="2945464" cy="403913"/>
          </a:xfrm>
        </p:spPr>
        <p:txBody>
          <a:bodyPr/>
          <a:lstStyle/>
          <a:p>
            <a:r>
              <a:rPr lang="ru-RU" sz="1800">
                <a:solidFill>
                  <a:srgbClr val="F92571"/>
                </a:solidFill>
              </a:rPr>
              <a:t>Навыки не подтверждены</a:t>
            </a:r>
            <a:endParaRPr lang="ru-RU" sz="1800">
              <a:solidFill>
                <a:srgbClr val="F92571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3143A847-7B5C-EA94-880E-65D8582653EB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8547959" y="3128740"/>
            <a:ext cx="2945464" cy="2797928"/>
          </a:xfrm>
        </p:spPr>
        <p:txBody>
          <a:bodyPr/>
          <a:lstStyle/>
          <a:p>
            <a:pPr marL="0" indent="0">
              <a:buNone/>
            </a:pPr>
            <a:r>
              <a:rPr lang="ru-RU">
                <a:solidFill>
                  <a:schemeClr val="tx1"/>
                </a:solidFill>
              </a:rPr>
              <a:t>Стек и грейд в резюме — самоописание. Результаты соревнований ФСП нигде не учитываются.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3842A3B-9EE0-965C-0EFA-22F6D78D2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6" y="335426"/>
            <a:ext cx="11331221" cy="376138"/>
          </a:xfrm>
        </p:spPr>
        <p:txBody>
          <a:bodyPr/>
          <a:lstStyle/>
          <a:p>
            <a:r>
              <a:rPr lang="ru-RU">
                <a:solidFill>
                  <a:schemeClr val="accent5"/>
                </a:solidFill>
              </a:rPr>
              <a:t>Сегодня найм в ИТ — это отклики вслепую</a:t>
            </a:r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AEBED94-4F5F-339A-0CCE-082BCC33E92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780565" y="1772415"/>
            <a:ext cx="1311031" cy="601141"/>
          </a:xfrm>
        </p:spPr>
        <p:txBody>
          <a:bodyPr/>
          <a:lstStyle/>
          <a:p>
            <a:r>
              <a:rPr lang="ru-RU" sz="4400" b="1">
                <a:solidFill>
                  <a:schemeClr val="accent5"/>
                </a:solidFill>
              </a:rPr>
              <a:t>01</a:t>
            </a:r>
            <a:endParaRPr lang="ru-RU" sz="4400" b="1" dirty="0">
              <a:solidFill>
                <a:schemeClr val="accent5"/>
              </a:solidFill>
            </a:endParaRPr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01B288C6-447F-2720-CB9D-6F216BD0C554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4615219" y="1766200"/>
            <a:ext cx="1311031" cy="572942"/>
          </a:xfrm>
        </p:spPr>
        <p:txBody>
          <a:bodyPr/>
          <a:lstStyle/>
          <a:p>
            <a:r>
              <a:rPr lang="ru-RU" sz="4400" b="1">
                <a:solidFill>
                  <a:schemeClr val="accent5"/>
                </a:solidFill>
              </a:rPr>
              <a:t>02</a:t>
            </a:r>
            <a:endParaRPr lang="ru-RU" sz="4400" b="1" dirty="0">
              <a:solidFill>
                <a:schemeClr val="accent5"/>
              </a:solidFill>
            </a:endParaRP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78DB70E8-1110-C23C-1E37-53138E3F8F02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8547959" y="1766043"/>
            <a:ext cx="1311031" cy="573165"/>
          </a:xfrm>
        </p:spPr>
        <p:txBody>
          <a:bodyPr/>
          <a:lstStyle/>
          <a:p>
            <a:r>
              <a:rPr lang="ru-RU" sz="4400" b="1">
                <a:solidFill>
                  <a:schemeClr val="accent5"/>
                </a:solidFill>
              </a:rPr>
              <a:t>03</a:t>
            </a:r>
            <a:endParaRPr lang="ru-RU" sz="440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22164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E0D9EF9A-DA2D-60AC-63A9-ACD551239B10}"/>
              </a:ext>
            </a:extLst>
          </p:cNvPr>
          <p:cNvSpPr/>
          <p:nvPr/>
        </p:nvSpPr>
        <p:spPr>
          <a:xfrm>
            <a:off x="346075" y="324562"/>
            <a:ext cx="3566160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3" name="Номер слайда 12">
            <a:extLst>
              <a:ext uri="{FF2B5EF4-FFF2-40B4-BE49-F238E27FC236}">
                <a16:creationId xmlns:a16="http://schemas.microsoft.com/office/drawing/2014/main" id="{346B550E-0CFF-4A79-B1FE-2EC1424EF8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25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89C5FEE7-8855-4287-AE2D-52539F4D5F3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46075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</a:pPr>
            <a:r>
              <a:rPr lang="ru-RU" b="1" sz="1600">
                <a:solidFill>
                  <a:srgbClr val="310F53"/>
                </a:solidFill>
              </a:rPr>
              <a:t>Опрос</a:t>
            </a: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BB2C021-BD44-4085-92C0-42B29CA7DD4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6075" y="1814077"/>
            <a:ext cx="2526079" cy="1120685"/>
          </a:xfrm>
        </p:spPr>
        <p:txBody>
          <a:bodyPr/>
          <a:lstStyle/>
          <a:p>
            <a:pPr marL="0" indent="0">
              <a:buNone/>
            </a:pPr>
            <a:r>
              <a:rPr lang="ru-RU">
                <a:solidFill>
                  <a:schemeClr val="tx1"/>
                </a:solidFill>
              </a:rPr>
              <a:t>Направление, специализация, стек и заявленный грейд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726F0F5-5C67-466D-943E-F4703B2F27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832960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</a:pPr>
            <a:r>
              <a:rPr lang="ru-RU" b="1" sz="1600">
                <a:solidFill>
                  <a:srgbClr val="310F53"/>
                </a:solidFill>
              </a:rPr>
              <a:t>Категория</a:t>
            </a: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6D4997F-BA2F-417E-957D-7B6FF608CC4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832960" y="1814077"/>
            <a:ext cx="2526079" cy="1120685"/>
          </a:xfrm>
        </p:spPr>
        <p:txBody>
          <a:bodyPr/>
          <a:lstStyle/>
          <a:p>
            <a:pPr marL="0" indent="0">
              <a:buNone/>
            </a:pPr>
            <a:r>
              <a:rPr lang="ru-RU">
                <a:solidFill>
                  <a:schemeClr val="tx1"/>
                </a:solidFill>
              </a:rPr>
              <a:t>«Бэкенд · Middle» присваивается только по тесту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04BBFFE-3199-451F-A356-405FEE6461C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330862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</a:pPr>
            <a:r>
              <a:rPr lang="ru-RU" b="1" sz="1600">
                <a:solidFill>
                  <a:srgbClr val="310F53"/>
                </a:solidFill>
              </a:rPr>
              <a:t>Приглашение</a:t>
            </a: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6B529974-604C-48E2-AD6F-070B19225F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330862" y="1814077"/>
            <a:ext cx="2526079" cy="1120685"/>
          </a:xfrm>
        </p:spPr>
        <p:txBody>
          <a:bodyPr/>
          <a:lstStyle/>
          <a:p>
            <a:pPr marL="0" indent="0">
              <a:buNone/>
            </a:pPr>
            <a:r>
              <a:rPr lang="ru-RU">
                <a:solidFill>
                  <a:schemeClr val="tx1"/>
                </a:solidFill>
              </a:rPr>
              <a:t>Вилка сразу; принял — компания получает контакты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9C425FA5-5D8B-4070-9FEA-743FFC23DC9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593517" y="4825338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</a:pPr>
            <a:r>
              <a:rPr lang="ru-RU" b="1" sz="1600">
                <a:solidFill>
                  <a:srgbClr val="310F53"/>
                </a:solidFill>
              </a:rPr>
              <a:t>Адаптивный тест</a:t>
            </a:r>
            <a:endParaRPr lang="ru-RU" b="0">
              <a:solidFill>
                <a:schemeClr val="accent5"/>
              </a:solidFill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3E4BE6CF-D653-4C71-B520-8F640E846D62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593517" y="5181340"/>
            <a:ext cx="2526079" cy="1120685"/>
          </a:xfrm>
        </p:spPr>
        <p:txBody>
          <a:bodyPr/>
          <a:lstStyle/>
          <a:p>
            <a:pPr marL="0" indent="0">
              <a:buNone/>
            </a:pPr>
            <a:r>
              <a:rPr lang="ru-RU">
                <a:solidFill>
                  <a:schemeClr val="tx1"/>
                </a:solidFill>
              </a:rPr>
              <a:t>8–20 уникальных заданий с лимитом времени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FE93D78-FBF8-4CFA-B0D4-B21070DBC33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080402" y="4825338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</a:pPr>
            <a:r>
              <a:rPr lang="ru-RU" b="1" sz="1600">
                <a:solidFill>
                  <a:srgbClr val="310F53"/>
                </a:solidFill>
              </a:rPr>
              <a:t>Подборка</a:t>
            </a: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931BD573-963A-40B6-8E80-802A897ACB26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080402" y="5181340"/>
            <a:ext cx="2526079" cy="1120685"/>
          </a:xfrm>
        </p:spPr>
        <p:txBody>
          <a:bodyPr/>
          <a:lstStyle/>
          <a:p>
            <a:pPr marL="0" indent="0">
              <a:buNone/>
            </a:pPr>
            <a:r>
              <a:rPr lang="ru-RU">
                <a:solidFill>
                  <a:schemeClr val="tx1"/>
                </a:solidFill>
              </a:rPr>
              <a:t>Компания описывает потребность и видит объяснённый рейтинг</a:t>
            </a:r>
            <a:endParaRPr lang="ru-RU">
              <a:solidFill>
                <a:schemeClr val="tx1"/>
              </a:solidFill>
            </a:endParaRPr>
          </a:p>
        </p:txBody>
      </p:sp>
      <p:cxnSp>
        <p:nvCxnSpPr>
          <p:cNvPr id="34" name="Прямая соединительная линия 33">
            <a:extLst>
              <a:ext uri="{FF2B5EF4-FFF2-40B4-BE49-F238E27FC236}">
                <a16:creationId xmlns:a16="http://schemas.microsoft.com/office/drawing/2014/main" id="{FED623D4-5E7E-44FB-A655-80D9166ACECF}"/>
              </a:ext>
            </a:extLst>
          </p:cNvPr>
          <p:cNvCxnSpPr>
            <a:cxnSpLocks/>
          </p:cNvCxnSpPr>
          <p:nvPr/>
        </p:nvCxnSpPr>
        <p:spPr>
          <a:xfrm>
            <a:off x="2065940" y="3860224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>
            <a:extLst>
              <a:ext uri="{FF2B5EF4-FFF2-40B4-BE49-F238E27FC236}">
                <a16:creationId xmlns:a16="http://schemas.microsoft.com/office/drawing/2014/main" id="{13BC568E-FCE4-46A3-933D-4F9F8325A813}"/>
              </a:ext>
            </a:extLst>
          </p:cNvPr>
          <p:cNvCxnSpPr>
            <a:cxnSpLocks/>
          </p:cNvCxnSpPr>
          <p:nvPr/>
        </p:nvCxnSpPr>
        <p:spPr>
          <a:xfrm>
            <a:off x="4312137" y="3862139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единительная линия 35">
            <a:extLst>
              <a:ext uri="{FF2B5EF4-FFF2-40B4-BE49-F238E27FC236}">
                <a16:creationId xmlns:a16="http://schemas.microsoft.com/office/drawing/2014/main" id="{043ABED0-AC0F-4D92-AB29-318DAE79D38B}"/>
              </a:ext>
            </a:extLst>
          </p:cNvPr>
          <p:cNvCxnSpPr>
            <a:cxnSpLocks/>
          </p:cNvCxnSpPr>
          <p:nvPr/>
        </p:nvCxnSpPr>
        <p:spPr>
          <a:xfrm>
            <a:off x="6558334" y="3862139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>
            <a:extLst>
              <a:ext uri="{FF2B5EF4-FFF2-40B4-BE49-F238E27FC236}">
                <a16:creationId xmlns:a16="http://schemas.microsoft.com/office/drawing/2014/main" id="{836D684E-425A-4867-B96C-B1550D2326EC}"/>
              </a:ext>
            </a:extLst>
          </p:cNvPr>
          <p:cNvCxnSpPr>
            <a:cxnSpLocks/>
          </p:cNvCxnSpPr>
          <p:nvPr/>
        </p:nvCxnSpPr>
        <p:spPr>
          <a:xfrm>
            <a:off x="8780467" y="3862139"/>
            <a:ext cx="133254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единительная линия 37">
            <a:extLst>
              <a:ext uri="{FF2B5EF4-FFF2-40B4-BE49-F238E27FC236}">
                <a16:creationId xmlns:a16="http://schemas.microsoft.com/office/drawing/2014/main" id="{81B30F67-B043-4D47-8D41-EA47E7D98286}"/>
              </a:ext>
            </a:extLst>
          </p:cNvPr>
          <p:cNvCxnSpPr>
            <a:cxnSpLocks/>
          </p:cNvCxnSpPr>
          <p:nvPr/>
        </p:nvCxnSpPr>
        <p:spPr>
          <a:xfrm>
            <a:off x="1609114" y="2934762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единительная линия 38">
            <a:extLst>
              <a:ext uri="{FF2B5EF4-FFF2-40B4-BE49-F238E27FC236}">
                <a16:creationId xmlns:a16="http://schemas.microsoft.com/office/drawing/2014/main" id="{B41E618C-6887-4F78-8BEC-4C2ABC30AC44}"/>
              </a:ext>
            </a:extLst>
          </p:cNvPr>
          <p:cNvCxnSpPr>
            <a:cxnSpLocks/>
          </p:cNvCxnSpPr>
          <p:nvPr/>
        </p:nvCxnSpPr>
        <p:spPr>
          <a:xfrm>
            <a:off x="3855312" y="4216228"/>
            <a:ext cx="1245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Прямая соединительная линия 39">
            <a:extLst>
              <a:ext uri="{FF2B5EF4-FFF2-40B4-BE49-F238E27FC236}">
                <a16:creationId xmlns:a16="http://schemas.microsoft.com/office/drawing/2014/main" id="{DE971D4E-B203-4B09-93F8-D53951540777}"/>
              </a:ext>
            </a:extLst>
          </p:cNvPr>
          <p:cNvCxnSpPr>
            <a:cxnSpLocks/>
          </p:cNvCxnSpPr>
          <p:nvPr/>
        </p:nvCxnSpPr>
        <p:spPr>
          <a:xfrm>
            <a:off x="6096000" y="2934762"/>
            <a:ext cx="5509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единительная линия 40">
            <a:extLst>
              <a:ext uri="{FF2B5EF4-FFF2-40B4-BE49-F238E27FC236}">
                <a16:creationId xmlns:a16="http://schemas.microsoft.com/office/drawing/2014/main" id="{2BF27CC0-A85F-4C49-884A-649E718F232A}"/>
              </a:ext>
            </a:extLst>
          </p:cNvPr>
          <p:cNvCxnSpPr>
            <a:cxnSpLocks/>
          </p:cNvCxnSpPr>
          <p:nvPr/>
        </p:nvCxnSpPr>
        <p:spPr>
          <a:xfrm flipH="1">
            <a:off x="8343442" y="4216228"/>
            <a:ext cx="4264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единительная линия 41">
            <a:extLst>
              <a:ext uri="{FF2B5EF4-FFF2-40B4-BE49-F238E27FC236}">
                <a16:creationId xmlns:a16="http://schemas.microsoft.com/office/drawing/2014/main" id="{8A19CF67-915F-4390-A30E-945C95016756}"/>
              </a:ext>
            </a:extLst>
          </p:cNvPr>
          <p:cNvCxnSpPr>
            <a:cxnSpLocks/>
          </p:cNvCxnSpPr>
          <p:nvPr/>
        </p:nvCxnSpPr>
        <p:spPr>
          <a:xfrm>
            <a:off x="10593901" y="2934762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Скругленный прямоугольник 42">
            <a:extLst>
              <a:ext uri="{FF2B5EF4-FFF2-40B4-BE49-F238E27FC236}">
                <a16:creationId xmlns:a16="http://schemas.microsoft.com/office/drawing/2014/main" id="{4E8CC8D8-3B02-4108-71E4-BDF385E41A76}"/>
              </a:ext>
            </a:extLst>
          </p:cNvPr>
          <p:cNvSpPr/>
          <p:nvPr/>
        </p:nvSpPr>
        <p:spPr>
          <a:xfrm>
            <a:off x="1191126" y="3508049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1</a:t>
            </a:r>
          </a:p>
        </p:txBody>
      </p:sp>
      <p:sp>
        <p:nvSpPr>
          <p:cNvPr id="44" name="Скругленный прямоугольник 43">
            <a:extLst>
              <a:ext uri="{FF2B5EF4-FFF2-40B4-BE49-F238E27FC236}">
                <a16:creationId xmlns:a16="http://schemas.microsoft.com/office/drawing/2014/main" id="{219852BA-89EA-AEC0-D3BB-81E4FBB78FBF}"/>
              </a:ext>
            </a:extLst>
          </p:cNvPr>
          <p:cNvSpPr/>
          <p:nvPr/>
        </p:nvSpPr>
        <p:spPr>
          <a:xfrm>
            <a:off x="3412397" y="3506136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2</a:t>
            </a:r>
          </a:p>
        </p:txBody>
      </p:sp>
      <p:sp>
        <p:nvSpPr>
          <p:cNvPr id="45" name="Скругленный прямоугольник 44">
            <a:extLst>
              <a:ext uri="{FF2B5EF4-FFF2-40B4-BE49-F238E27FC236}">
                <a16:creationId xmlns:a16="http://schemas.microsoft.com/office/drawing/2014/main" id="{BEB80488-DBD5-60E2-7B94-2C03FD2F73EC}"/>
              </a:ext>
            </a:extLst>
          </p:cNvPr>
          <p:cNvSpPr/>
          <p:nvPr/>
        </p:nvSpPr>
        <p:spPr>
          <a:xfrm>
            <a:off x="5658594" y="3516255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3</a:t>
            </a:r>
          </a:p>
        </p:txBody>
      </p:sp>
      <p:sp>
        <p:nvSpPr>
          <p:cNvPr id="53" name="Скругленный прямоугольник 52">
            <a:extLst>
              <a:ext uri="{FF2B5EF4-FFF2-40B4-BE49-F238E27FC236}">
                <a16:creationId xmlns:a16="http://schemas.microsoft.com/office/drawing/2014/main" id="{41C3924C-4DE8-D413-3F15-F71BBA421983}"/>
              </a:ext>
            </a:extLst>
          </p:cNvPr>
          <p:cNvSpPr/>
          <p:nvPr/>
        </p:nvSpPr>
        <p:spPr>
          <a:xfrm>
            <a:off x="7889752" y="3506135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4</a:t>
            </a:r>
          </a:p>
        </p:txBody>
      </p:sp>
      <p:sp>
        <p:nvSpPr>
          <p:cNvPr id="54" name="Скругленный прямоугольник 53">
            <a:extLst>
              <a:ext uri="{FF2B5EF4-FFF2-40B4-BE49-F238E27FC236}">
                <a16:creationId xmlns:a16="http://schemas.microsoft.com/office/drawing/2014/main" id="{5040D480-3D0A-377D-EDA1-4B45E5CE44A4}"/>
              </a:ext>
            </a:extLst>
          </p:cNvPr>
          <p:cNvSpPr/>
          <p:nvPr/>
        </p:nvSpPr>
        <p:spPr>
          <a:xfrm>
            <a:off x="10113012" y="3538626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5</a:t>
            </a:r>
          </a:p>
        </p:txBody>
      </p:sp>
      <p:sp>
        <p:nvSpPr>
          <p:cNvPr id="15" name="Заголовок 13">
            <a:extLst>
              <a:ext uri="{FF2B5EF4-FFF2-40B4-BE49-F238E27FC236}">
                <a16:creationId xmlns:a16="http://schemas.microsoft.com/office/drawing/2014/main" id="{325CF155-14B8-5628-119D-7449CFD5B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rPr lang="ru-RU"/>
              <a:t>КАК ЭТО РАБОТАЕТ</a:t>
            </a:r>
            <a:endParaRPr lang="ru-RU" dirty="0"/>
          </a:p>
        </p:txBody>
      </p:sp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BD4BFEA8-37B5-92D1-855E-4FF06BA59DA3}"/>
              </a:ext>
            </a:extLst>
          </p:cNvPr>
          <p:cNvSpPr/>
          <p:nvPr/>
        </p:nvSpPr>
        <p:spPr>
          <a:xfrm>
            <a:off x="1864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6" name="Скругленный прямоугольник 15">
            <a:extLst>
              <a:ext uri="{FF2B5EF4-FFF2-40B4-BE49-F238E27FC236}">
                <a16:creationId xmlns:a16="http://schemas.microsoft.com/office/drawing/2014/main" id="{21820900-0645-FD25-E909-18D394EFF3AF}"/>
              </a:ext>
            </a:extLst>
          </p:cNvPr>
          <p:cNvSpPr/>
          <p:nvPr/>
        </p:nvSpPr>
        <p:spPr>
          <a:xfrm>
            <a:off x="46441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996865AC-684A-E392-11F5-A3160D858242}"/>
              </a:ext>
            </a:extLst>
          </p:cNvPr>
          <p:cNvSpPr/>
          <p:nvPr/>
        </p:nvSpPr>
        <p:spPr>
          <a:xfrm>
            <a:off x="91018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1557C0D9-E1EE-FF6F-28CC-F2CF230BFDBA}"/>
              </a:ext>
            </a:extLst>
          </p:cNvPr>
          <p:cNvSpPr/>
          <p:nvPr/>
        </p:nvSpPr>
        <p:spPr>
          <a:xfrm>
            <a:off x="2471878" y="4825338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9" name="Скругленный прямоугольник 18">
            <a:extLst>
              <a:ext uri="{FF2B5EF4-FFF2-40B4-BE49-F238E27FC236}">
                <a16:creationId xmlns:a16="http://schemas.microsoft.com/office/drawing/2014/main" id="{BC511278-171F-4030-656D-F6DA5B6264BC}"/>
              </a:ext>
            </a:extLst>
          </p:cNvPr>
          <p:cNvSpPr/>
          <p:nvPr/>
        </p:nvSpPr>
        <p:spPr>
          <a:xfrm>
            <a:off x="6948708" y="4791290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</p:spTree>
    <p:extLst>
      <p:ext uri="{BB962C8B-B14F-4D97-AF65-F5344CB8AC3E}">
        <p14:creationId xmlns:p14="http://schemas.microsoft.com/office/powerpoint/2010/main" val="21945992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51DE2-6F1E-2FB8-52A8-A597ED4D8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4503420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8EE648F1-70BD-354A-6DAE-07E6E3044DC8}"/>
              </a:ext>
            </a:extLst>
          </p:cNvPr>
          <p:cNvSpPr/>
          <p:nvPr/>
        </p:nvSpPr>
        <p:spPr>
          <a:xfrm>
            <a:off x="3288425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/>
          <p:nvPr/>
        </p:nvSpPr>
        <p:spPr>
          <a:xfrm>
            <a:off x="6230774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5" name="Скругленный прямоугольник 24">
            <a:extLst>
              <a:ext uri="{FF2B5EF4-FFF2-40B4-BE49-F238E27FC236}">
                <a16:creationId xmlns:a16="http://schemas.microsoft.com/office/drawing/2014/main" id="{9B320FD4-0F75-8FB9-F799-AFA2CA575375}"/>
              </a:ext>
            </a:extLst>
          </p:cNvPr>
          <p:cNvSpPr/>
          <p:nvPr/>
        </p:nvSpPr>
        <p:spPr>
          <a:xfrm>
            <a:off x="9173123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/>
          <p:nvPr/>
        </p:nvSpPr>
        <p:spPr>
          <a:xfrm>
            <a:off x="346076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16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0B115FEC-D79C-233C-419E-0B0BE3EB4A02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20913" y="2339783"/>
            <a:ext cx="2284071" cy="423628"/>
          </a:xfrm>
        </p:spPr>
        <p:txBody>
          <a:bodyPr/>
          <a:lstStyle/>
          <a:p>
            <a:r>
              <a:rPr lang="ru-RU">
                <a:solidFill>
                  <a:srgbClr val="F92571"/>
                </a:solidFill>
              </a:rPr>
              <a:t>Шаблоны вместо заданий</a:t>
            </a:r>
            <a:endParaRPr lang="ru-RU" dirty="0">
              <a:solidFill>
                <a:srgbClr val="F9257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BA7842-46FE-F786-9D85-92BBE62C549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20913" y="3128740"/>
            <a:ext cx="2284071" cy="2797928"/>
          </a:xfrm>
        </p:spPr>
        <p:txBody>
          <a:bodyPr/>
          <a:lstStyle/>
          <a:p>
            <a:pPr marL="0" indent="0">
              <a:buNone/>
            </a:pPr>
            <a:r>
              <a:rPr lang="ru-RU">
                <a:solidFill>
                  <a:schemeClr val="tx1"/>
                </a:solidFill>
              </a:rPr>
              <a:t>62 генератора: у каждого соискателя свои числа, код и ответ. Ответ вычисляется, а не хранится.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2670742-0112-ABA9-7C47-FE6D64A30A91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457903" y="2373557"/>
            <a:ext cx="2337416" cy="403756"/>
          </a:xfrm>
        </p:spPr>
        <p:txBody>
          <a:bodyPr/>
          <a:lstStyle/>
          <a:p>
            <a:r>
              <a:rPr lang="ru-RU">
                <a:solidFill>
                  <a:srgbClr val="F92571"/>
                </a:solidFill>
              </a:rPr>
              <a:t>Калибровка IRT</a:t>
            </a:r>
            <a:endParaRPr lang="ru-RU" dirty="0">
              <a:solidFill>
                <a:srgbClr val="F92571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A5C658C-1FD4-CD12-D517-15F6F46CFE3C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3457903" y="3134070"/>
            <a:ext cx="2337416" cy="2797928"/>
          </a:xfrm>
        </p:spPr>
        <p:txBody>
          <a:bodyPr/>
          <a:lstStyle/>
          <a:p>
            <a:pPr marL="0" indent="0">
              <a:buNone/>
            </a:pPr>
            <a:r>
              <a:rPr lang="ru-RU">
                <a:solidFill>
                  <a:schemeClr val="tx1"/>
                </a:solidFill>
              </a:rPr>
              <a:t>У каждого уровня шаблона — сложность и дискриминативность. Все соискатели на одной шкале θ.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4FAFE374-953E-0336-76DE-D143BB9C645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456363" y="2379657"/>
            <a:ext cx="2268537" cy="403913"/>
          </a:xfrm>
        </p:spPr>
        <p:txBody>
          <a:bodyPr/>
          <a:lstStyle/>
          <a:p>
            <a:r>
              <a:rPr lang="ru-RU">
                <a:solidFill>
                  <a:srgbClr val="F92571"/>
                </a:solidFill>
              </a:rPr>
              <a:t>Адаптивность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ADF42A3-53F4-C8E0-2D79-332DAAEB9A8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456363" y="3136604"/>
            <a:ext cx="2268537" cy="2797928"/>
          </a:xfrm>
        </p:spPr>
        <p:txBody>
          <a:bodyPr/>
          <a:lstStyle/>
          <a:p>
            <a:pPr marL="0" indent="0">
              <a:buNone/>
            </a:pPr>
            <a:r>
              <a:rPr lang="ru-RU">
                <a:solidFill>
                  <a:schemeClr val="tx1"/>
                </a:solidFill>
              </a:rPr>
              <a:t>Следующее задание даёт максимум информации о соискателе. Тест останавливается, когда грейд ясен.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68E32729-5FCC-21EA-16FD-CEF0C8FAABA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9407534" y="2339783"/>
            <a:ext cx="2263553" cy="423628"/>
          </a:xfrm>
        </p:spPr>
        <p:txBody>
          <a:bodyPr/>
          <a:lstStyle/>
          <a:p>
            <a:r>
              <a:rPr lang="ru-RU">
                <a:solidFill>
                  <a:srgbClr val="F92571"/>
                </a:solidFill>
              </a:rPr>
              <a:t>Честные правила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86A6BF68-6470-CE0D-3E5F-0B15EDDCA14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9407534" y="3128739"/>
            <a:ext cx="2263553" cy="2797928"/>
          </a:xfrm>
        </p:spPr>
        <p:txBody>
          <a:bodyPr/>
          <a:lstStyle/>
          <a:p>
            <a:pPr marL="0" indent="0">
              <a:buNone/>
            </a:pPr>
            <a:r>
              <a:rPr lang="ru-RU">
                <a:solidFill>
                  <a:schemeClr val="tx1"/>
                </a:solidFill>
              </a:rPr>
              <a:t>Не сдал — сразу тест на грейд ниже. Уверенно сдал — дотест выше. Смена грейда раз в 90 дней.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rPr lang="ru-RU"/>
              <a:t>МЕХАНИКА ТЕСТИРОВАНИЯ</a:t>
            </a:r>
            <a:endParaRPr lang="ru-RU" dirty="0"/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26BEC078-5087-6080-D7D6-F5A0B438BDE2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20913" y="1772416"/>
            <a:ext cx="771003" cy="423628"/>
          </a:xfrm>
        </p:spPr>
        <p:txBody>
          <a:bodyPr/>
          <a:lstStyle/>
          <a:p>
            <a:r>
              <a:rPr lang="ru-RU" b="1">
                <a:solidFill>
                  <a:schemeClr val="accent5"/>
                </a:solidFill>
              </a:rPr>
              <a:t>01</a:t>
            </a:r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DE8FDF14-E7C8-6EE3-EBD8-B5DDE4F7F60B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3449944" y="1766200"/>
            <a:ext cx="771003" cy="403756"/>
          </a:xfrm>
        </p:spPr>
        <p:txBody>
          <a:bodyPr/>
          <a:lstStyle/>
          <a:p>
            <a:r>
              <a:rPr lang="ru-RU" b="1">
                <a:solidFill>
                  <a:schemeClr val="accent5"/>
                </a:solidFill>
              </a:rPr>
              <a:t>02</a:t>
            </a:r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2859F02A-65ED-43C1-C072-8FCD6772DA35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6456363" y="1766043"/>
            <a:ext cx="771003" cy="403913"/>
          </a:xfrm>
        </p:spPr>
        <p:txBody>
          <a:bodyPr/>
          <a:lstStyle/>
          <a:p>
            <a:r>
              <a:rPr lang="ru-RU" b="1">
                <a:solidFill>
                  <a:schemeClr val="accent5"/>
                </a:solidFill>
              </a:rPr>
              <a:t>03</a:t>
            </a:r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18" name="Текст 17">
            <a:extLst>
              <a:ext uri="{FF2B5EF4-FFF2-40B4-BE49-F238E27FC236}">
                <a16:creationId xmlns:a16="http://schemas.microsoft.com/office/drawing/2014/main" id="{59F6129C-95BA-0836-7395-00F4830237D5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9407534" y="1772416"/>
            <a:ext cx="771003" cy="423628"/>
          </a:xfrm>
        </p:spPr>
        <p:txBody>
          <a:bodyPr/>
          <a:lstStyle/>
          <a:p>
            <a:r>
              <a:rPr lang="ru-RU" b="1">
                <a:solidFill>
                  <a:schemeClr val="accent5"/>
                </a:solidFill>
              </a:rPr>
              <a:t>04</a:t>
            </a:r>
            <a:endParaRPr lang="ru-RU" b="1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91142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5DECC81F-B9A0-B672-D696-81D562A2CC6C}"/>
              </a:ext>
            </a:extLst>
          </p:cNvPr>
          <p:cNvSpPr/>
          <p:nvPr/>
        </p:nvSpPr>
        <p:spPr>
          <a:xfrm>
            <a:off x="6286500" y="4747188"/>
            <a:ext cx="5570538" cy="1666934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17326B78-1050-D91F-CB0B-77E7C3BDEBD1}"/>
              </a:ext>
            </a:extLst>
          </p:cNvPr>
          <p:cNvSpPr/>
          <p:nvPr/>
        </p:nvSpPr>
        <p:spPr>
          <a:xfrm>
            <a:off x="6286500" y="2832356"/>
            <a:ext cx="5570538" cy="1666934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61423B79-9F6C-052D-974E-E9A0E0B7ABDB}"/>
              </a:ext>
            </a:extLst>
          </p:cNvPr>
          <p:cNvSpPr/>
          <p:nvPr/>
        </p:nvSpPr>
        <p:spPr>
          <a:xfrm>
            <a:off x="6286500" y="917525"/>
            <a:ext cx="5570538" cy="1666934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51D59BC6-8004-F870-CECE-1C4FFB06B7FB}"/>
              </a:ext>
            </a:extLst>
          </p:cNvPr>
          <p:cNvSpPr/>
          <p:nvPr/>
        </p:nvSpPr>
        <p:spPr>
          <a:xfrm>
            <a:off x="346075" y="324562"/>
            <a:ext cx="3941063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05B0424-AA26-4EA9-832B-906AB779F2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21</a:t>
            </a:fld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DE8A120-196C-48DC-AA16-CD22F43B911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591637" y="1049727"/>
            <a:ext cx="4790314" cy="597810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</a:pPr>
            <a:r>
              <a:rPr lang="ru-RU" b="1" sz="2800">
                <a:solidFill>
                  <a:srgbClr val="FF0053"/>
                </a:solidFill>
              </a:rPr>
              <a:t>0,05 %</a:t>
            </a:r>
            <a:endParaRPr lang="ru-RU" b="0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F5D0CB6-043A-4E83-8D3D-7E7E9E2705E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91637" y="1649793"/>
            <a:ext cx="4790314" cy="779602"/>
          </a:xfrm>
        </p:spPr>
        <p:txBody>
          <a:bodyPr/>
          <a:lstStyle/>
          <a:p>
            <a:pPr marL="0" indent="0">
              <a:buNone/>
            </a:pPr>
            <a:r>
              <a:rPr lang="ru-RU" sz="1400">
                <a:solidFill>
                  <a:srgbClr val="1B1C21"/>
                </a:solidFill>
              </a:rPr>
              <a:t>заданий совпадает с базой из 42 тыс. слитых экземпляров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456D5B0-F375-49C6-A314-52E6BED10C4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591637" y="2915797"/>
            <a:ext cx="4790314" cy="563519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</a:pPr>
            <a:r>
              <a:rPr lang="ru-RU" b="1" sz="2800">
                <a:solidFill>
                  <a:srgbClr val="FF0053"/>
                </a:solidFill>
              </a:rPr>
              <a:t>9–10 %</a:t>
            </a:r>
            <a:endParaRPr lang="ru-RU" b="0" dirty="0">
              <a:solidFill>
                <a:schemeClr val="tx1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3191D1F3-2ADD-4DEE-A9D0-1FBBB993931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591637" y="3515862"/>
            <a:ext cx="4790314" cy="869021"/>
          </a:xfrm>
        </p:spPr>
        <p:txBody>
          <a:bodyPr/>
          <a:lstStyle/>
          <a:p>
            <a:pPr marL="0" indent="0">
              <a:buNone/>
            </a:pPr>
            <a:r>
              <a:rPr lang="ru-RU" sz="1400">
                <a:solidFill>
                  <a:srgbClr val="1B1C21"/>
                </a:solidFill>
              </a:rPr>
              <a:t>слабых соискателей проходят наш тест при любой утечке — как и без неё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37602292-3E6F-4E28-8A49-D2719D16F85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591637" y="4871732"/>
            <a:ext cx="4790314" cy="597810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</a:pPr>
            <a:r>
              <a:rPr lang="ru-RU" b="1" sz="2800">
                <a:solidFill>
                  <a:srgbClr val="FF0053"/>
                </a:solidFill>
              </a:rPr>
              <a:t>99,9 %</a:t>
            </a:r>
            <a:endParaRPr lang="ru-RU" b="0" dirty="0">
              <a:solidFill>
                <a:schemeClr val="tx1"/>
              </a:solidFill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AE625499-96AD-46EA-8CE7-5765B615D23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591637" y="5471798"/>
            <a:ext cx="4790314" cy="848014"/>
          </a:xfrm>
        </p:spPr>
        <p:txBody>
          <a:bodyPr/>
          <a:lstStyle/>
          <a:p>
            <a:pPr marL="0" indent="0">
              <a:buNone/>
            </a:pPr>
            <a:r>
              <a:rPr lang="ru-RU" sz="1400">
                <a:solidFill>
                  <a:srgbClr val="1B1C21"/>
                </a:solidFill>
              </a:rPr>
              <a:t>проходят фиксированный тест, если слита половина ответов</a:t>
            </a:r>
            <a:endParaRPr lang="ru-RU" dirty="0">
              <a:solidFill>
                <a:schemeClr val="tx1"/>
              </a:solidFill>
            </a:endParaRPr>
          </a:p>
        </p:txBody>
      </p:sp>
      <p:graphicFrame>
        <p:nvGraphicFramePr>
          <p:cNvPr id="10" name="Диаграмма 9">
            <a:extLst>
              <a:ext uri="{FF2B5EF4-FFF2-40B4-BE49-F238E27FC236}">
                <a16:creationId xmlns:a16="http://schemas.microsoft.com/office/drawing/2014/main" id="{E658358F-6A3F-4E56-8E2C-0059A594AB6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45485138"/>
              </p:ext>
            </p:extLst>
          </p:nvPr>
        </p:nvGraphicFramePr>
        <p:xfrm>
          <a:off x="346075" y="1424510"/>
          <a:ext cx="5749925" cy="44017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Заголовок 13">
            <a:extLst>
              <a:ext uri="{FF2B5EF4-FFF2-40B4-BE49-F238E27FC236}">
                <a16:creationId xmlns:a16="http://schemas.microsoft.com/office/drawing/2014/main" id="{CE48B21B-C4B8-5F03-1C12-E4E9E2035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3666743" cy="376138"/>
          </a:xfrm>
        </p:spPr>
        <p:txBody>
          <a:bodyPr/>
          <a:lstStyle/>
          <a:p>
            <a:r>
              <a:rPr lang="ru-RU"/>
              <a:t>УТЕЧКА НЕ ПОМОГАЕТ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132313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E0C4469B-8AAE-7B13-015A-FD424E4F9A97}"/>
              </a:ext>
            </a:extLst>
          </p:cNvPr>
          <p:cNvSpPr/>
          <p:nvPr/>
        </p:nvSpPr>
        <p:spPr>
          <a:xfrm>
            <a:off x="346075" y="324562"/>
            <a:ext cx="3191256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294820D9-0FE7-A2CD-6EC6-B191A0CD90DC}"/>
              </a:ext>
            </a:extLst>
          </p:cNvPr>
          <p:cNvSpPr/>
          <p:nvPr/>
        </p:nvSpPr>
        <p:spPr>
          <a:xfrm>
            <a:off x="5951744" y="1366423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7AE51F4F-C2FB-09FC-6139-35E790E33BDF}"/>
              </a:ext>
            </a:extLst>
          </p:cNvPr>
          <p:cNvSpPr/>
          <p:nvPr/>
        </p:nvSpPr>
        <p:spPr>
          <a:xfrm>
            <a:off x="5951744" y="2377094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9" name="Скругленный прямоугольник 18">
            <a:extLst>
              <a:ext uri="{FF2B5EF4-FFF2-40B4-BE49-F238E27FC236}">
                <a16:creationId xmlns:a16="http://schemas.microsoft.com/office/drawing/2014/main" id="{34B52819-C376-FDAF-2B5B-09C492119CCF}"/>
              </a:ext>
            </a:extLst>
          </p:cNvPr>
          <p:cNvSpPr/>
          <p:nvPr/>
        </p:nvSpPr>
        <p:spPr>
          <a:xfrm>
            <a:off x="5951744" y="3387765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6CDADF58-3FDE-0896-F558-2E50261FFD44}"/>
              </a:ext>
            </a:extLst>
          </p:cNvPr>
          <p:cNvSpPr/>
          <p:nvPr/>
        </p:nvSpPr>
        <p:spPr>
          <a:xfrm>
            <a:off x="5951744" y="4398436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CD942BE0-7170-CE73-83AB-4505964EB89D}"/>
              </a:ext>
            </a:extLst>
          </p:cNvPr>
          <p:cNvSpPr/>
          <p:nvPr/>
        </p:nvSpPr>
        <p:spPr>
          <a:xfrm>
            <a:off x="5951744" y="5409107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5" name="Скругленный прямоугольник 14">
            <a:extLst>
              <a:ext uri="{FF2B5EF4-FFF2-40B4-BE49-F238E27FC236}">
                <a16:creationId xmlns:a16="http://schemas.microsoft.com/office/drawing/2014/main" id="{BF0860DA-9B9B-19E2-49DF-A8EDAA7C2B5F}"/>
              </a:ext>
            </a:extLst>
          </p:cNvPr>
          <p:cNvSpPr/>
          <p:nvPr/>
        </p:nvSpPr>
        <p:spPr>
          <a:xfrm>
            <a:off x="346076" y="1366423"/>
            <a:ext cx="5389562" cy="4834352"/>
          </a:xfrm>
          <a:prstGeom prst="roundRect">
            <a:avLst>
              <a:gd name="adj" fmla="val 291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A2E8600-6DC7-42A4-BAB0-32ECA492CE0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72730" y="1445505"/>
            <a:ext cx="5460470" cy="600112"/>
          </a:xfrm>
          <a:noFill/>
          <a:ln>
            <a:noFill/>
          </a:ln>
        </p:spPr>
        <p:txBody>
          <a:bodyPr/>
          <a:lstStyle/>
          <a:p>
            <a:r>
              <a:rPr lang="ru-RU" b="1">
                <a:solidFill>
                  <a:srgbClr val="FF0053"/>
                </a:solidFill>
              </a:rPr>
              <a:t>87 %</a:t>
            </a:r>
            <a:r>
              <a:rPr lang="ru-RU">
                <a:solidFill>
                  <a:schemeClr val="tx1"/>
                </a:solidFill>
              </a:rPr>
              <a:t> — итоговый грейд совпадает с истинным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F517FCEF-DEC9-4794-B46E-21961558A7C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72730" y="2472872"/>
            <a:ext cx="5460470" cy="600112"/>
          </a:xfrm>
          <a:noFill/>
          <a:ln>
            <a:noFill/>
          </a:ln>
        </p:spPr>
        <p:txBody>
          <a:bodyPr/>
          <a:lstStyle/>
          <a:p>
            <a:r>
              <a:rPr lang="ru-RU" b="1">
                <a:solidFill>
                  <a:srgbClr val="FF0053"/>
                </a:solidFill>
              </a:rPr>
              <a:t>100 %</a:t>
            </a:r>
            <a:r>
              <a:rPr lang="ru-RU">
                <a:solidFill>
                  <a:schemeClr val="tx1"/>
                </a:solidFill>
              </a:rPr>
              <a:t> — ошибка не больше одного грейда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236B8339-2490-447D-B543-1CC15487D82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72730" y="3485922"/>
            <a:ext cx="5460470" cy="600112"/>
          </a:xfrm>
          <a:noFill/>
          <a:ln>
            <a:noFill/>
          </a:ln>
        </p:spPr>
        <p:txBody>
          <a:bodyPr/>
          <a:lstStyle/>
          <a:p>
            <a:r>
              <a:rPr lang="ru-RU" b="1">
                <a:solidFill>
                  <a:srgbClr val="FF0053"/>
                </a:solidFill>
              </a:rPr>
              <a:t>κ = 0,74</a:t>
            </a:r>
            <a:r>
              <a:rPr lang="ru-RU">
                <a:solidFill>
                  <a:schemeClr val="tx1"/>
                </a:solidFill>
              </a:rPr>
              <a:t> — тот же грейд при пересдаче с другими заданиями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240FC05B-8F07-40FA-BE0D-2235F9DDDAB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72730" y="4496593"/>
            <a:ext cx="5460470" cy="600112"/>
          </a:xfrm>
          <a:noFill/>
          <a:ln>
            <a:noFill/>
          </a:ln>
        </p:spPr>
        <p:txBody>
          <a:bodyPr/>
          <a:lstStyle/>
          <a:p>
            <a:r>
              <a:rPr lang="ru-RU" b="1">
                <a:solidFill>
                  <a:srgbClr val="FF0053"/>
                </a:solidFill>
              </a:rPr>
              <a:t>86 %</a:t>
            </a:r>
            <a:r>
              <a:rPr lang="ru-RU">
                <a:solidFill>
                  <a:schemeClr val="tx1"/>
                </a:solidFill>
              </a:rPr>
              <a:t> — точность при ошибке калибровки заданий до ±20 %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D049C016-4655-4C58-B392-FD255E0A768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72730" y="5516924"/>
            <a:ext cx="5460470" cy="600112"/>
          </a:xfrm>
          <a:noFill/>
          <a:ln>
            <a:noFill/>
          </a:ln>
        </p:spPr>
        <p:txBody>
          <a:bodyPr/>
          <a:lstStyle/>
          <a:p>
            <a:r>
              <a:rPr lang="ru-RU" b="1">
                <a:solidFill>
                  <a:srgbClr val="FF0053"/>
                </a:solidFill>
              </a:rPr>
              <a:t>13,6</a:t>
            </a:r>
            <a:r>
              <a:rPr lang="ru-RU">
                <a:solidFill>
                  <a:schemeClr val="tx1"/>
                </a:solidFill>
              </a:rPr>
              <a:t> задания в среднем вместо длинного фиксированного теста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366E9534-A66A-4DF6-B8DA-1E6D8E4438F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633200" y="6356350"/>
            <a:ext cx="558800" cy="365125"/>
          </a:xfrm>
        </p:spPr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20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B16985B0-3ABD-CE1B-A2A5-B042F5A01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rPr lang="ru-RU"/>
              <a:t>ТОЧНОСТЬ ТЕСТА</a:t>
            </a:r>
            <a:endParaRPr lang="ru-RU" dirty="0"/>
          </a:p>
        </p:txBody>
      </p:sp>
      <p:pic>
        <p:nvPicPr>
          <p:cNvPr id="25" name="Picture 24" descr="test-ru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442" y="1503583"/>
            <a:ext cx="4934829" cy="4560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8951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832352E2-54BA-705C-C9BB-328B5BDEF2D2}"/>
              </a:ext>
            </a:extLst>
          </p:cNvPr>
          <p:cNvSpPr/>
          <p:nvPr/>
        </p:nvSpPr>
        <p:spPr>
          <a:xfrm>
            <a:off x="346075" y="324562"/>
            <a:ext cx="4690872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pic>
        <p:nvPicPr>
          <p:cNvPr id="2" name="Рисунок 1" descr="shortlist-mobile.png"/>
          <p:cNvPicPr>
            <a:picLocks noGrp="1" noChangeAspect="1"/>
          </p:cNvPicPr>
          <p:nvPr>
            <p:ph type="pic" sz="quarter" idx="14"/>
          </p:nvPr>
        </p:nvPicPr>
        <p:blipFill>
          <a:blip r:embed="rId4"/>
          <a:srcRect t="1073" b="1073"/>
          <a:stretch>
            <a:fillRect/>
          </a:stretch>
        </p:blipFill>
        <p:spPr>
          <a:xfrm>
            <a:off x="5009872" y="1235915"/>
            <a:ext cx="2172255" cy="4602697"/>
          </a:xfrm>
        </p:spPr>
      </p:pic>
      <p:sp>
        <p:nvSpPr>
          <p:cNvPr id="4" name="Текст 3">
            <a:extLst>
              <a:ext uri="{FF2B5EF4-FFF2-40B4-BE49-F238E27FC236}">
                <a16:creationId xmlns:a16="http://schemas.microsoft.com/office/drawing/2014/main" id="{ED043264-47A7-41A8-BD39-44764904AB3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</a:pPr>
            <a:r>
              <a:rPr lang="ru-RU" b="1">
                <a:solidFill>
                  <a:srgbClr val="310F53"/>
                </a:solidFill>
              </a:rPr>
              <a:t>Анонимная карточка</a:t>
            </a: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5760666-5FA0-4D8C-AB12-AC2144A4667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>
                <a:solidFill>
                  <a:schemeClr val="tx1"/>
                </a:solidFill>
              </a:rPr>
              <a:t>Категория, сила теста, подтверждённые навыки, ФСП и ожидания — без имени и контактов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7A4149DD-AEA5-4B34-B1C7-7F98E296C6A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</a:pPr>
            <a:r>
              <a:rPr lang="ru-RU" b="1">
                <a:solidFill>
                  <a:srgbClr val="310F53"/>
                </a:solidFill>
              </a:rPr>
              <a:t>Балл 0–100</a:t>
            </a: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0E3C014-67F9-4CD2-9DAD-DD9229F6DBC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>
                <a:solidFill>
                  <a:schemeClr val="tx1"/>
                </a:solidFill>
              </a:rPr>
              <a:t>Разложен по 8 признакам: стек, грейд, тест, ФСП, зарплата, актуальность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0C941A72-EFAF-44F7-BEB7-6AB833109CE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</a:pPr>
            <a:r>
              <a:rPr lang="ru-RU" b="1">
                <a:solidFill>
                  <a:srgbClr val="310F53"/>
                </a:solidFill>
              </a:rPr>
              <a:t>Причины и пробелы</a:t>
            </a: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0455AC49-3B10-4E7B-8E60-B114266B10E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>
                <a:solidFill>
                  <a:schemeClr val="tx1"/>
                </a:solidFill>
              </a:rPr>
              <a:t>«Все обязательные навыки», «Нет Kubernetes», «Вместо PostgreSQL — MySQL»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BBBC9E7C-9583-4A41-9E75-CEE9530DD864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</a:pPr>
            <a:r>
              <a:rPr lang="ru-RU" b="1">
                <a:solidFill>
                  <a:srgbClr val="310F53"/>
                </a:solidFill>
              </a:rPr>
              <a:t>Уточнение без потери</a:t>
            </a: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BA3A59F4-773A-4619-B45C-1B0EA46D9BB9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>
                <a:solidFill>
                  <a:schemeClr val="tx1"/>
                </a:solidFill>
              </a:rPr>
              <a:t>Фильтры пересчитывают подборку, закреплённые кандидаты остаются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2" name="Номер слайда 11">
            <a:extLst>
              <a:ext uri="{FF2B5EF4-FFF2-40B4-BE49-F238E27FC236}">
                <a16:creationId xmlns:a16="http://schemas.microsoft.com/office/drawing/2014/main" id="{3FE28FC6-A9E9-4F9B-8446-38D1CD450EF8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28</a:t>
            </a:fld>
            <a:endParaRPr lang="ru-RU" dirty="0">
              <a:solidFill>
                <a:schemeClr val="accent5"/>
              </a:solidFill>
            </a:endParaRPr>
          </a:p>
        </p:txBody>
      </p:sp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6A4EDC46-4F2C-4275-9CDC-2BD481E430A8}"/>
              </a:ext>
            </a:extLst>
          </p:cNvPr>
          <p:cNvGrpSpPr/>
          <p:nvPr/>
        </p:nvGrpSpPr>
        <p:grpSpPr>
          <a:xfrm>
            <a:off x="4951937" y="1208819"/>
            <a:ext cx="2268386" cy="4662886"/>
            <a:chOff x="5193506" y="1574276"/>
            <a:chExt cx="1802607" cy="3705431"/>
          </a:xfrm>
        </p:grpSpPr>
        <p:sp>
          <p:nvSpPr>
            <p:cNvPr id="14" name="Полилиния: фигура 13">
              <a:extLst>
                <a:ext uri="{FF2B5EF4-FFF2-40B4-BE49-F238E27FC236}">
                  <a16:creationId xmlns:a16="http://schemas.microsoft.com/office/drawing/2014/main" id="{CADC314F-9F19-4FEA-97AD-07F26F51B620}"/>
                </a:ext>
              </a:extLst>
            </p:cNvPr>
            <p:cNvSpPr/>
            <p:nvPr/>
          </p:nvSpPr>
          <p:spPr>
            <a:xfrm>
              <a:off x="5210727" y="1574276"/>
              <a:ext cx="1781175" cy="3705225"/>
            </a:xfrm>
            <a:custGeom>
              <a:avLst/>
              <a:gdLst>
                <a:gd name="connsiteX0" fmla="*/ 1525905 w 1781175"/>
                <a:gd name="connsiteY0" fmla="*/ 7144 h 3705225"/>
                <a:gd name="connsiteX1" fmla="*/ 257461 w 1781175"/>
                <a:gd name="connsiteY1" fmla="*/ 7144 h 3705225"/>
                <a:gd name="connsiteX2" fmla="*/ 7144 w 1781175"/>
                <a:gd name="connsiteY2" fmla="*/ 257461 h 3705225"/>
                <a:gd name="connsiteX3" fmla="*/ 7144 w 1781175"/>
                <a:gd name="connsiteY3" fmla="*/ 3450050 h 3705225"/>
                <a:gd name="connsiteX4" fmla="*/ 257461 w 1781175"/>
                <a:gd name="connsiteY4" fmla="*/ 3700367 h 3705225"/>
                <a:gd name="connsiteX5" fmla="*/ 1525905 w 1781175"/>
                <a:gd name="connsiteY5" fmla="*/ 3700367 h 3705225"/>
                <a:gd name="connsiteX6" fmla="*/ 1776222 w 1781175"/>
                <a:gd name="connsiteY6" fmla="*/ 3450050 h 3705225"/>
                <a:gd name="connsiteX7" fmla="*/ 1776222 w 1781175"/>
                <a:gd name="connsiteY7" fmla="*/ 257461 h 3705225"/>
                <a:gd name="connsiteX8" fmla="*/ 1525905 w 1781175"/>
                <a:gd name="connsiteY8" fmla="*/ 7144 h 3705225"/>
                <a:gd name="connsiteX9" fmla="*/ 1751933 w 1781175"/>
                <a:gd name="connsiteY9" fmla="*/ 3441287 h 3705225"/>
                <a:gd name="connsiteX10" fmla="*/ 1517142 w 1781175"/>
                <a:gd name="connsiteY10" fmla="*/ 3676079 h 3705225"/>
                <a:gd name="connsiteX11" fmla="*/ 266224 w 1781175"/>
                <a:gd name="connsiteY11" fmla="*/ 3676079 h 3705225"/>
                <a:gd name="connsiteX12" fmla="*/ 31433 w 1781175"/>
                <a:gd name="connsiteY12" fmla="*/ 3441287 h 3705225"/>
                <a:gd name="connsiteX13" fmla="*/ 31433 w 1781175"/>
                <a:gd name="connsiteY13" fmla="*/ 266224 h 3705225"/>
                <a:gd name="connsiteX14" fmla="*/ 266224 w 1781175"/>
                <a:gd name="connsiteY14" fmla="*/ 31433 h 3705225"/>
                <a:gd name="connsiteX15" fmla="*/ 1517047 w 1781175"/>
                <a:gd name="connsiteY15" fmla="*/ 31433 h 3705225"/>
                <a:gd name="connsiteX16" fmla="*/ 1751838 w 1781175"/>
                <a:gd name="connsiteY16" fmla="*/ 266224 h 3705225"/>
                <a:gd name="connsiteX17" fmla="*/ 1751838 w 1781175"/>
                <a:gd name="connsiteY17" fmla="*/ 3441287 h 3705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81175" h="3705225">
                  <a:moveTo>
                    <a:pt x="1525905" y="7144"/>
                  </a:moveTo>
                  <a:lnTo>
                    <a:pt x="257461" y="7144"/>
                  </a:lnTo>
                  <a:cubicBezTo>
                    <a:pt x="119253" y="7144"/>
                    <a:pt x="7144" y="119253"/>
                    <a:pt x="7144" y="257461"/>
                  </a:cubicBezTo>
                  <a:lnTo>
                    <a:pt x="7144" y="3450050"/>
                  </a:lnTo>
                  <a:cubicBezTo>
                    <a:pt x="7144" y="3588258"/>
                    <a:pt x="119253" y="3700367"/>
                    <a:pt x="257461" y="3700367"/>
                  </a:cubicBezTo>
                  <a:lnTo>
                    <a:pt x="1525905" y="3700367"/>
                  </a:lnTo>
                  <a:cubicBezTo>
                    <a:pt x="1664113" y="3700367"/>
                    <a:pt x="1776222" y="3588258"/>
                    <a:pt x="1776222" y="3450050"/>
                  </a:cubicBezTo>
                  <a:lnTo>
                    <a:pt x="1776222" y="257461"/>
                  </a:lnTo>
                  <a:cubicBezTo>
                    <a:pt x="1776222" y="119253"/>
                    <a:pt x="1664113" y="7144"/>
                    <a:pt x="1525905" y="7144"/>
                  </a:cubicBezTo>
                  <a:close/>
                  <a:moveTo>
                    <a:pt x="1751933" y="3441287"/>
                  </a:moveTo>
                  <a:cubicBezTo>
                    <a:pt x="1751933" y="3570923"/>
                    <a:pt x="1646777" y="3676079"/>
                    <a:pt x="1517142" y="3676079"/>
                  </a:cubicBezTo>
                  <a:lnTo>
                    <a:pt x="266224" y="3676079"/>
                  </a:lnTo>
                  <a:cubicBezTo>
                    <a:pt x="136589" y="3676079"/>
                    <a:pt x="31433" y="3570923"/>
                    <a:pt x="31433" y="3441287"/>
                  </a:cubicBezTo>
                  <a:lnTo>
                    <a:pt x="31433" y="266224"/>
                  </a:lnTo>
                  <a:cubicBezTo>
                    <a:pt x="31433" y="136589"/>
                    <a:pt x="136589" y="31433"/>
                    <a:pt x="266224" y="31433"/>
                  </a:cubicBezTo>
                  <a:lnTo>
                    <a:pt x="1517047" y="31433"/>
                  </a:lnTo>
                  <a:cubicBezTo>
                    <a:pt x="1646682" y="31433"/>
                    <a:pt x="1751838" y="136589"/>
                    <a:pt x="1751838" y="266224"/>
                  </a:cubicBezTo>
                  <a:lnTo>
                    <a:pt x="1751838" y="3441287"/>
                  </a:lnTo>
                  <a:close/>
                </a:path>
              </a:pathLst>
            </a:custGeom>
            <a:solidFill>
              <a:schemeClr val="accent5"/>
            </a:solidFill>
            <a:ln w="9525" cap="flat">
              <a:solidFill>
                <a:schemeClr val="accent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5" name="Полилиния: фигура 14">
              <a:extLst>
                <a:ext uri="{FF2B5EF4-FFF2-40B4-BE49-F238E27FC236}">
                  <a16:creationId xmlns:a16="http://schemas.microsoft.com/office/drawing/2014/main" id="{376E7FEE-0EB1-4746-9DDD-1684A7001A8E}"/>
                </a:ext>
              </a:extLst>
            </p:cNvPr>
            <p:cNvSpPr/>
            <p:nvPr/>
          </p:nvSpPr>
          <p:spPr>
            <a:xfrm>
              <a:off x="5274850" y="1574276"/>
              <a:ext cx="1704975" cy="295275"/>
            </a:xfrm>
            <a:custGeom>
              <a:avLst/>
              <a:gdLst>
                <a:gd name="connsiteX0" fmla="*/ 7144 w 1704975"/>
                <a:gd name="connsiteY0" fmla="*/ 93266 h 295275"/>
                <a:gd name="connsiteX1" fmla="*/ 201454 w 1704975"/>
                <a:gd name="connsiteY1" fmla="*/ 13256 h 295275"/>
                <a:gd name="connsiteX2" fmla="*/ 1404271 w 1704975"/>
                <a:gd name="connsiteY2" fmla="*/ 15637 h 295275"/>
                <a:gd name="connsiteX3" fmla="*/ 1703832 w 1704975"/>
                <a:gd name="connsiteY3" fmla="*/ 292815 h 295275"/>
                <a:gd name="connsiteX4" fmla="*/ 1602772 w 1704975"/>
                <a:gd name="connsiteY4" fmla="*/ 64596 h 295275"/>
                <a:gd name="connsiteX5" fmla="*/ 1423987 w 1704975"/>
                <a:gd name="connsiteY5" fmla="*/ 8874 h 295275"/>
                <a:gd name="connsiteX6" fmla="*/ 202787 w 1704975"/>
                <a:gd name="connsiteY6" fmla="*/ 8874 h 295275"/>
                <a:gd name="connsiteX7" fmla="*/ 7144 w 1704975"/>
                <a:gd name="connsiteY7" fmla="*/ 93266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>
                  <a:moveTo>
                    <a:pt x="7144" y="93266"/>
                  </a:moveTo>
                  <a:cubicBezTo>
                    <a:pt x="58103" y="47736"/>
                    <a:pt x="124015" y="12303"/>
                    <a:pt x="201454" y="13256"/>
                  </a:cubicBezTo>
                  <a:lnTo>
                    <a:pt x="1404271" y="15637"/>
                  </a:lnTo>
                  <a:cubicBezTo>
                    <a:pt x="1560767" y="25067"/>
                    <a:pt x="1698498" y="110697"/>
                    <a:pt x="1703832" y="292815"/>
                  </a:cubicBezTo>
                  <a:cubicBezTo>
                    <a:pt x="1703832" y="312912"/>
                    <a:pt x="1714595" y="140319"/>
                    <a:pt x="1602772" y="64596"/>
                  </a:cubicBezTo>
                  <a:cubicBezTo>
                    <a:pt x="1549622" y="26496"/>
                    <a:pt x="1471136" y="9827"/>
                    <a:pt x="1423987" y="8874"/>
                  </a:cubicBezTo>
                  <a:cubicBezTo>
                    <a:pt x="1346740" y="7446"/>
                    <a:pt x="327660" y="5826"/>
                    <a:pt x="202787" y="8874"/>
                  </a:cubicBezTo>
                  <a:cubicBezTo>
                    <a:pt x="98203" y="11446"/>
                    <a:pt x="49149" y="53642"/>
                    <a:pt x="7144" y="93266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6" name="Полилиния: фигура 15">
              <a:extLst>
                <a:ext uri="{FF2B5EF4-FFF2-40B4-BE49-F238E27FC236}">
                  <a16:creationId xmlns:a16="http://schemas.microsoft.com/office/drawing/2014/main" id="{A8C3F5C7-7636-41A4-BA80-3491804B8786}"/>
                </a:ext>
              </a:extLst>
            </p:cNvPr>
            <p:cNvSpPr/>
            <p:nvPr/>
          </p:nvSpPr>
          <p:spPr>
            <a:xfrm>
              <a:off x="5232368" y="1598295"/>
              <a:ext cx="1733550" cy="3657600"/>
            </a:xfrm>
            <a:custGeom>
              <a:avLst/>
              <a:gdLst>
                <a:gd name="connsiteX0" fmla="*/ 1492758 w 1733550"/>
                <a:gd name="connsiteY0" fmla="*/ 7144 h 3657600"/>
                <a:gd name="connsiteX1" fmla="*/ 241935 w 1733550"/>
                <a:gd name="connsiteY1" fmla="*/ 7144 h 3657600"/>
                <a:gd name="connsiteX2" fmla="*/ 7144 w 1733550"/>
                <a:gd name="connsiteY2" fmla="*/ 241935 h 3657600"/>
                <a:gd name="connsiteX3" fmla="*/ 7144 w 1733550"/>
                <a:gd name="connsiteY3" fmla="*/ 3416999 h 3657600"/>
                <a:gd name="connsiteX4" fmla="*/ 241935 w 1733550"/>
                <a:gd name="connsiteY4" fmla="*/ 3651790 h 3657600"/>
                <a:gd name="connsiteX5" fmla="*/ 1492758 w 1733550"/>
                <a:gd name="connsiteY5" fmla="*/ 3651790 h 3657600"/>
                <a:gd name="connsiteX6" fmla="*/ 1727549 w 1733550"/>
                <a:gd name="connsiteY6" fmla="*/ 3416999 h 3657600"/>
                <a:gd name="connsiteX7" fmla="*/ 1727549 w 1733550"/>
                <a:gd name="connsiteY7" fmla="*/ 241935 h 3657600"/>
                <a:gd name="connsiteX8" fmla="*/ 1492758 w 1733550"/>
                <a:gd name="connsiteY8" fmla="*/ 7144 h 3657600"/>
                <a:gd name="connsiteX9" fmla="*/ 1715357 w 1733550"/>
                <a:gd name="connsiteY9" fmla="*/ 3409950 h 3657600"/>
                <a:gd name="connsiteX10" fmla="*/ 1485614 w 1733550"/>
                <a:gd name="connsiteY10" fmla="*/ 3639693 h 3657600"/>
                <a:gd name="connsiteX11" fmla="*/ 248984 w 1733550"/>
                <a:gd name="connsiteY11" fmla="*/ 3639693 h 3657600"/>
                <a:gd name="connsiteX12" fmla="*/ 19241 w 1733550"/>
                <a:gd name="connsiteY12" fmla="*/ 3409950 h 3657600"/>
                <a:gd name="connsiteX13" fmla="*/ 19241 w 1733550"/>
                <a:gd name="connsiteY13" fmla="*/ 248984 h 3657600"/>
                <a:gd name="connsiteX14" fmla="*/ 248984 w 1733550"/>
                <a:gd name="connsiteY14" fmla="*/ 19336 h 3657600"/>
                <a:gd name="connsiteX15" fmla="*/ 1485710 w 1733550"/>
                <a:gd name="connsiteY15" fmla="*/ 19336 h 3657600"/>
                <a:gd name="connsiteX16" fmla="*/ 1715452 w 1733550"/>
                <a:gd name="connsiteY16" fmla="*/ 249079 h 3657600"/>
                <a:gd name="connsiteX17" fmla="*/ 1715452 w 1733550"/>
                <a:gd name="connsiteY17" fmla="*/ 3409950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33550" h="3657600">
                  <a:moveTo>
                    <a:pt x="1492758" y="7144"/>
                  </a:moveTo>
                  <a:lnTo>
                    <a:pt x="241935" y="7144"/>
                  </a:lnTo>
                  <a:cubicBezTo>
                    <a:pt x="112300" y="7144"/>
                    <a:pt x="7144" y="112300"/>
                    <a:pt x="7144" y="241935"/>
                  </a:cubicBezTo>
                  <a:lnTo>
                    <a:pt x="7144" y="3416999"/>
                  </a:lnTo>
                  <a:cubicBezTo>
                    <a:pt x="7144" y="3546634"/>
                    <a:pt x="112300" y="3651790"/>
                    <a:pt x="241935" y="3651790"/>
                  </a:cubicBezTo>
                  <a:lnTo>
                    <a:pt x="1492758" y="3651790"/>
                  </a:lnTo>
                  <a:cubicBezTo>
                    <a:pt x="1622393" y="3651790"/>
                    <a:pt x="1727549" y="3546634"/>
                    <a:pt x="1727549" y="3416999"/>
                  </a:cubicBezTo>
                  <a:lnTo>
                    <a:pt x="1727549" y="241935"/>
                  </a:lnTo>
                  <a:cubicBezTo>
                    <a:pt x="1727549" y="112300"/>
                    <a:pt x="1622393" y="7144"/>
                    <a:pt x="1492758" y="7144"/>
                  </a:cubicBezTo>
                  <a:close/>
                  <a:moveTo>
                    <a:pt x="1715357" y="3409950"/>
                  </a:moveTo>
                  <a:cubicBezTo>
                    <a:pt x="1715357" y="3536823"/>
                    <a:pt x="1612487" y="3639693"/>
                    <a:pt x="1485614" y="3639693"/>
                  </a:cubicBezTo>
                  <a:lnTo>
                    <a:pt x="248984" y="3639693"/>
                  </a:lnTo>
                  <a:cubicBezTo>
                    <a:pt x="122111" y="3639693"/>
                    <a:pt x="19241" y="3536823"/>
                    <a:pt x="19241" y="3409950"/>
                  </a:cubicBezTo>
                  <a:lnTo>
                    <a:pt x="19241" y="248984"/>
                  </a:lnTo>
                  <a:cubicBezTo>
                    <a:pt x="19241" y="122111"/>
                    <a:pt x="122111" y="19336"/>
                    <a:pt x="248984" y="19336"/>
                  </a:cubicBezTo>
                  <a:lnTo>
                    <a:pt x="1485710" y="19336"/>
                  </a:lnTo>
                  <a:cubicBezTo>
                    <a:pt x="1612583" y="19336"/>
                    <a:pt x="1715452" y="122206"/>
                    <a:pt x="1715452" y="249079"/>
                  </a:cubicBezTo>
                  <a:lnTo>
                    <a:pt x="1715452" y="3409950"/>
                  </a:lnTo>
                  <a:close/>
                </a:path>
              </a:pathLst>
            </a:custGeom>
            <a:solidFill>
              <a:schemeClr val="accent5"/>
            </a:solidFill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" name="Полилиния: фигура 16">
              <a:extLst>
                <a:ext uri="{FF2B5EF4-FFF2-40B4-BE49-F238E27FC236}">
                  <a16:creationId xmlns:a16="http://schemas.microsoft.com/office/drawing/2014/main" id="{811CD315-417D-43F3-86F1-90773170876F}"/>
                </a:ext>
              </a:extLst>
            </p:cNvPr>
            <p:cNvSpPr/>
            <p:nvPr/>
          </p:nvSpPr>
          <p:spPr>
            <a:xfrm>
              <a:off x="5231225" y="1597057"/>
              <a:ext cx="1733550" cy="3657600"/>
            </a:xfrm>
            <a:custGeom>
              <a:avLst/>
              <a:gdLst>
                <a:gd name="connsiteX0" fmla="*/ 1493996 w 1733550"/>
                <a:gd name="connsiteY0" fmla="*/ 3654266 h 3657600"/>
                <a:gd name="connsiteX1" fmla="*/ 243078 w 1733550"/>
                <a:gd name="connsiteY1" fmla="*/ 3654266 h 3657600"/>
                <a:gd name="connsiteX2" fmla="*/ 7144 w 1733550"/>
                <a:gd name="connsiteY2" fmla="*/ 3418237 h 3657600"/>
                <a:gd name="connsiteX3" fmla="*/ 7144 w 1733550"/>
                <a:gd name="connsiteY3" fmla="*/ 243173 h 3657600"/>
                <a:gd name="connsiteX4" fmla="*/ 243078 w 1733550"/>
                <a:gd name="connsiteY4" fmla="*/ 7144 h 3657600"/>
                <a:gd name="connsiteX5" fmla="*/ 1493996 w 1733550"/>
                <a:gd name="connsiteY5" fmla="*/ 7144 h 3657600"/>
                <a:gd name="connsiteX6" fmla="*/ 1729931 w 1733550"/>
                <a:gd name="connsiteY6" fmla="*/ 243078 h 3657600"/>
                <a:gd name="connsiteX7" fmla="*/ 1729931 w 1733550"/>
                <a:gd name="connsiteY7" fmla="*/ 3418142 h 3657600"/>
                <a:gd name="connsiteX8" fmla="*/ 1493996 w 1733550"/>
                <a:gd name="connsiteY8" fmla="*/ 3654171 h 3657600"/>
                <a:gd name="connsiteX9" fmla="*/ 243078 w 1733550"/>
                <a:gd name="connsiteY9" fmla="*/ 9525 h 3657600"/>
                <a:gd name="connsiteX10" fmla="*/ 9430 w 1733550"/>
                <a:gd name="connsiteY10" fmla="*/ 243173 h 3657600"/>
                <a:gd name="connsiteX11" fmla="*/ 9430 w 1733550"/>
                <a:gd name="connsiteY11" fmla="*/ 3418237 h 3657600"/>
                <a:gd name="connsiteX12" fmla="*/ 242983 w 1733550"/>
                <a:gd name="connsiteY12" fmla="*/ 3651885 h 3657600"/>
                <a:gd name="connsiteX13" fmla="*/ 1493901 w 1733550"/>
                <a:gd name="connsiteY13" fmla="*/ 3651885 h 3657600"/>
                <a:gd name="connsiteX14" fmla="*/ 1727454 w 1733550"/>
                <a:gd name="connsiteY14" fmla="*/ 3418237 h 3657600"/>
                <a:gd name="connsiteX15" fmla="*/ 1727454 w 1733550"/>
                <a:gd name="connsiteY15" fmla="*/ 243173 h 3657600"/>
                <a:gd name="connsiteX16" fmla="*/ 1493901 w 1733550"/>
                <a:gd name="connsiteY16" fmla="*/ 9620 h 3657600"/>
                <a:gd name="connsiteX17" fmla="*/ 243078 w 1733550"/>
                <a:gd name="connsiteY17" fmla="*/ 9620 h 3657600"/>
                <a:gd name="connsiteX18" fmla="*/ 1486853 w 1733550"/>
                <a:gd name="connsiteY18" fmla="*/ 3642074 h 3657600"/>
                <a:gd name="connsiteX19" fmla="*/ 250127 w 1733550"/>
                <a:gd name="connsiteY19" fmla="*/ 3642074 h 3657600"/>
                <a:gd name="connsiteX20" fmla="*/ 19241 w 1733550"/>
                <a:gd name="connsiteY20" fmla="*/ 3411188 h 3657600"/>
                <a:gd name="connsiteX21" fmla="*/ 19241 w 1733550"/>
                <a:gd name="connsiteY21" fmla="*/ 250222 h 3657600"/>
                <a:gd name="connsiteX22" fmla="*/ 250127 w 1733550"/>
                <a:gd name="connsiteY22" fmla="*/ 19336 h 3657600"/>
                <a:gd name="connsiteX23" fmla="*/ 1486853 w 1733550"/>
                <a:gd name="connsiteY23" fmla="*/ 19336 h 3657600"/>
                <a:gd name="connsiteX24" fmla="*/ 1717739 w 1733550"/>
                <a:gd name="connsiteY24" fmla="*/ 250222 h 3657600"/>
                <a:gd name="connsiteX25" fmla="*/ 1717739 w 1733550"/>
                <a:gd name="connsiteY25" fmla="*/ 3411093 h 3657600"/>
                <a:gd name="connsiteX26" fmla="*/ 1486853 w 1733550"/>
                <a:gd name="connsiteY26" fmla="*/ 3641979 h 3657600"/>
                <a:gd name="connsiteX27" fmla="*/ 250127 w 1733550"/>
                <a:gd name="connsiteY27" fmla="*/ 21717 h 3657600"/>
                <a:gd name="connsiteX28" fmla="*/ 21622 w 1733550"/>
                <a:gd name="connsiteY28" fmla="*/ 250222 h 3657600"/>
                <a:gd name="connsiteX29" fmla="*/ 21622 w 1733550"/>
                <a:gd name="connsiteY29" fmla="*/ 3411093 h 3657600"/>
                <a:gd name="connsiteX30" fmla="*/ 250127 w 1733550"/>
                <a:gd name="connsiteY30" fmla="*/ 3639598 h 3657600"/>
                <a:gd name="connsiteX31" fmla="*/ 1486853 w 1733550"/>
                <a:gd name="connsiteY31" fmla="*/ 3639598 h 3657600"/>
                <a:gd name="connsiteX32" fmla="*/ 1715357 w 1733550"/>
                <a:gd name="connsiteY32" fmla="*/ 3411093 h 3657600"/>
                <a:gd name="connsiteX33" fmla="*/ 1715357 w 1733550"/>
                <a:gd name="connsiteY33" fmla="*/ 250222 h 3657600"/>
                <a:gd name="connsiteX34" fmla="*/ 1486853 w 1733550"/>
                <a:gd name="connsiteY34" fmla="*/ 21717 h 3657600"/>
                <a:gd name="connsiteX35" fmla="*/ 250127 w 1733550"/>
                <a:gd name="connsiteY35" fmla="*/ 21717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733550" h="3657600">
                  <a:moveTo>
                    <a:pt x="1493996" y="3654266"/>
                  </a:moveTo>
                  <a:lnTo>
                    <a:pt x="243078" y="3654266"/>
                  </a:lnTo>
                  <a:cubicBezTo>
                    <a:pt x="112967" y="3654266"/>
                    <a:pt x="7144" y="3548444"/>
                    <a:pt x="7144" y="3418237"/>
                  </a:cubicBezTo>
                  <a:lnTo>
                    <a:pt x="7144" y="243173"/>
                  </a:lnTo>
                  <a:cubicBezTo>
                    <a:pt x="7049" y="113062"/>
                    <a:pt x="112967" y="7144"/>
                    <a:pt x="243078" y="7144"/>
                  </a:cubicBezTo>
                  <a:lnTo>
                    <a:pt x="1493996" y="7144"/>
                  </a:lnTo>
                  <a:cubicBezTo>
                    <a:pt x="1624108" y="7144"/>
                    <a:pt x="1729931" y="112967"/>
                    <a:pt x="1729931" y="243078"/>
                  </a:cubicBezTo>
                  <a:lnTo>
                    <a:pt x="1729931" y="3418142"/>
                  </a:lnTo>
                  <a:cubicBezTo>
                    <a:pt x="1729931" y="3548253"/>
                    <a:pt x="1624108" y="3654171"/>
                    <a:pt x="1493996" y="3654171"/>
                  </a:cubicBezTo>
                  <a:close/>
                  <a:moveTo>
                    <a:pt x="243078" y="9525"/>
                  </a:moveTo>
                  <a:cubicBezTo>
                    <a:pt x="114300" y="9525"/>
                    <a:pt x="9430" y="114395"/>
                    <a:pt x="9430" y="243173"/>
                  </a:cubicBezTo>
                  <a:lnTo>
                    <a:pt x="9430" y="3418237"/>
                  </a:lnTo>
                  <a:cubicBezTo>
                    <a:pt x="9430" y="3547015"/>
                    <a:pt x="114205" y="3651885"/>
                    <a:pt x="242983" y="3651885"/>
                  </a:cubicBezTo>
                  <a:lnTo>
                    <a:pt x="1493901" y="3651885"/>
                  </a:lnTo>
                  <a:cubicBezTo>
                    <a:pt x="1622679" y="3651885"/>
                    <a:pt x="1727454" y="3547110"/>
                    <a:pt x="1727454" y="3418237"/>
                  </a:cubicBezTo>
                  <a:lnTo>
                    <a:pt x="1727454" y="243173"/>
                  </a:lnTo>
                  <a:cubicBezTo>
                    <a:pt x="1727454" y="114395"/>
                    <a:pt x="1622679" y="9620"/>
                    <a:pt x="1493901" y="9620"/>
                  </a:cubicBezTo>
                  <a:lnTo>
                    <a:pt x="243078" y="9620"/>
                  </a:lnTo>
                  <a:close/>
                  <a:moveTo>
                    <a:pt x="1486853" y="3642074"/>
                  </a:moveTo>
                  <a:lnTo>
                    <a:pt x="250127" y="3642074"/>
                  </a:lnTo>
                  <a:cubicBezTo>
                    <a:pt x="122777" y="3642074"/>
                    <a:pt x="19241" y="3538442"/>
                    <a:pt x="19241" y="3411188"/>
                  </a:cubicBezTo>
                  <a:lnTo>
                    <a:pt x="19241" y="250222"/>
                  </a:lnTo>
                  <a:cubicBezTo>
                    <a:pt x="19241" y="122968"/>
                    <a:pt x="122873" y="19336"/>
                    <a:pt x="250127" y="19336"/>
                  </a:cubicBezTo>
                  <a:lnTo>
                    <a:pt x="1486853" y="19336"/>
                  </a:lnTo>
                  <a:cubicBezTo>
                    <a:pt x="1614202" y="19336"/>
                    <a:pt x="1717739" y="122968"/>
                    <a:pt x="1717739" y="250222"/>
                  </a:cubicBezTo>
                  <a:lnTo>
                    <a:pt x="1717739" y="3411093"/>
                  </a:lnTo>
                  <a:cubicBezTo>
                    <a:pt x="1717739" y="3538442"/>
                    <a:pt x="1614107" y="3641979"/>
                    <a:pt x="1486853" y="3641979"/>
                  </a:cubicBezTo>
                  <a:close/>
                  <a:moveTo>
                    <a:pt x="250127" y="21717"/>
                  </a:moveTo>
                  <a:cubicBezTo>
                    <a:pt x="124111" y="21717"/>
                    <a:pt x="21622" y="124206"/>
                    <a:pt x="21622" y="250222"/>
                  </a:cubicBezTo>
                  <a:lnTo>
                    <a:pt x="21622" y="3411093"/>
                  </a:lnTo>
                  <a:cubicBezTo>
                    <a:pt x="21622" y="3537109"/>
                    <a:pt x="124111" y="3639598"/>
                    <a:pt x="250127" y="3639598"/>
                  </a:cubicBezTo>
                  <a:lnTo>
                    <a:pt x="1486853" y="3639598"/>
                  </a:lnTo>
                  <a:cubicBezTo>
                    <a:pt x="1612868" y="3639598"/>
                    <a:pt x="1715357" y="3537109"/>
                    <a:pt x="1715357" y="3411093"/>
                  </a:cubicBezTo>
                  <a:lnTo>
                    <a:pt x="1715357" y="250222"/>
                  </a:lnTo>
                  <a:cubicBezTo>
                    <a:pt x="1715357" y="124206"/>
                    <a:pt x="1612868" y="21717"/>
                    <a:pt x="1486853" y="21717"/>
                  </a:cubicBezTo>
                  <a:lnTo>
                    <a:pt x="250127" y="21717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" name="Полилиния: фигура 17">
              <a:extLst>
                <a:ext uri="{FF2B5EF4-FFF2-40B4-BE49-F238E27FC236}">
                  <a16:creationId xmlns:a16="http://schemas.microsoft.com/office/drawing/2014/main" id="{2BB8CDF7-2F1E-4B42-A7CD-D11EC8EDA406}"/>
                </a:ext>
              </a:extLst>
            </p:cNvPr>
            <p:cNvSpPr/>
            <p:nvPr/>
          </p:nvSpPr>
          <p:spPr>
            <a:xfrm>
              <a:off x="5274850" y="4979578"/>
              <a:ext cx="1704975" cy="295275"/>
            </a:xfrm>
            <a:custGeom>
              <a:avLst/>
              <a:gdLst>
                <a:gd name="connsiteX0" fmla="*/ 7144 w 1704975"/>
                <a:gd name="connsiteY0" fmla="*/ 208404 h 295275"/>
                <a:gd name="connsiteX1" fmla="*/ 201454 w 1704975"/>
                <a:gd name="connsiteY1" fmla="*/ 288318 h 295275"/>
                <a:gd name="connsiteX2" fmla="*/ 1404271 w 1704975"/>
                <a:gd name="connsiteY2" fmla="*/ 285937 h 295275"/>
                <a:gd name="connsiteX3" fmla="*/ 1703832 w 1704975"/>
                <a:gd name="connsiteY3" fmla="*/ 8760 h 295275"/>
                <a:gd name="connsiteX4" fmla="*/ 1602772 w 1704975"/>
                <a:gd name="connsiteY4" fmla="*/ 236979 h 295275"/>
                <a:gd name="connsiteX5" fmla="*/ 1423987 w 1704975"/>
                <a:gd name="connsiteY5" fmla="*/ 292700 h 295275"/>
                <a:gd name="connsiteX6" fmla="*/ 202787 w 1704975"/>
                <a:gd name="connsiteY6" fmla="*/ 292700 h 295275"/>
                <a:gd name="connsiteX7" fmla="*/ 7144 w 1704975"/>
                <a:gd name="connsiteY7" fmla="*/ 208404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>
                  <a:moveTo>
                    <a:pt x="7144" y="208404"/>
                  </a:moveTo>
                  <a:cubicBezTo>
                    <a:pt x="58103" y="253933"/>
                    <a:pt x="124015" y="289366"/>
                    <a:pt x="201454" y="288318"/>
                  </a:cubicBezTo>
                  <a:lnTo>
                    <a:pt x="1404271" y="285937"/>
                  </a:lnTo>
                  <a:cubicBezTo>
                    <a:pt x="1560767" y="276507"/>
                    <a:pt x="1698498" y="190878"/>
                    <a:pt x="1703832" y="8760"/>
                  </a:cubicBezTo>
                  <a:cubicBezTo>
                    <a:pt x="1703832" y="-11338"/>
                    <a:pt x="1714595" y="161255"/>
                    <a:pt x="1602772" y="236979"/>
                  </a:cubicBezTo>
                  <a:cubicBezTo>
                    <a:pt x="1549622" y="275079"/>
                    <a:pt x="1471136" y="291748"/>
                    <a:pt x="1423987" y="292700"/>
                  </a:cubicBezTo>
                  <a:cubicBezTo>
                    <a:pt x="1346740" y="294129"/>
                    <a:pt x="327660" y="295748"/>
                    <a:pt x="202787" y="292700"/>
                  </a:cubicBezTo>
                  <a:cubicBezTo>
                    <a:pt x="98203" y="290128"/>
                    <a:pt x="49054" y="247932"/>
                    <a:pt x="7144" y="208404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9" name="Полилиния: фигура 18">
              <a:extLst>
                <a:ext uri="{FF2B5EF4-FFF2-40B4-BE49-F238E27FC236}">
                  <a16:creationId xmlns:a16="http://schemas.microsoft.com/office/drawing/2014/main" id="{68B6A556-7D40-478D-84FB-4EF0FC7DA59F}"/>
                </a:ext>
              </a:extLst>
            </p:cNvPr>
            <p:cNvSpPr/>
            <p:nvPr/>
          </p:nvSpPr>
          <p:spPr>
            <a:xfrm>
              <a:off x="6977063" y="2346579"/>
              <a:ext cx="19050" cy="400050"/>
            </a:xfrm>
            <a:custGeom>
              <a:avLst/>
              <a:gdLst>
                <a:gd name="connsiteX0" fmla="*/ 7144 w 19050"/>
                <a:gd name="connsiteY0" fmla="*/ 7144 h 400050"/>
                <a:gd name="connsiteX1" fmla="*/ 12763 w 19050"/>
                <a:gd name="connsiteY1" fmla="*/ 7144 h 400050"/>
                <a:gd name="connsiteX2" fmla="*/ 12763 w 19050"/>
                <a:gd name="connsiteY2" fmla="*/ 402241 h 400050"/>
                <a:gd name="connsiteX3" fmla="*/ 7144 w 19050"/>
                <a:gd name="connsiteY3" fmla="*/ 402241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400050">
                  <a:moveTo>
                    <a:pt x="7144" y="7144"/>
                  </a:moveTo>
                  <a:lnTo>
                    <a:pt x="12763" y="7144"/>
                  </a:lnTo>
                  <a:lnTo>
                    <a:pt x="12763" y="402241"/>
                  </a:lnTo>
                  <a:lnTo>
                    <a:pt x="7144" y="402241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" name="Полилиния: фигура 19">
              <a:extLst>
                <a:ext uri="{FF2B5EF4-FFF2-40B4-BE49-F238E27FC236}">
                  <a16:creationId xmlns:a16="http://schemas.microsoft.com/office/drawing/2014/main" id="{12827976-DC27-4EAF-8E52-EBEFEC7E0761}"/>
                </a:ext>
              </a:extLst>
            </p:cNvPr>
            <p:cNvSpPr/>
            <p:nvPr/>
          </p:nvSpPr>
          <p:spPr>
            <a:xfrm>
              <a:off x="6982778" y="2346674"/>
              <a:ext cx="9525" cy="400050"/>
            </a:xfrm>
            <a:custGeom>
              <a:avLst/>
              <a:gdLst>
                <a:gd name="connsiteX0" fmla="*/ 7144 w 9525"/>
                <a:gd name="connsiteY0" fmla="*/ 402145 h 400050"/>
                <a:gd name="connsiteX1" fmla="*/ 7144 w 9525"/>
                <a:gd name="connsiteY1" fmla="*/ 7144 h 400050"/>
                <a:gd name="connsiteX2" fmla="*/ 10001 w 9525"/>
                <a:gd name="connsiteY2" fmla="*/ 10573 h 400050"/>
                <a:gd name="connsiteX3" fmla="*/ 10001 w 9525"/>
                <a:gd name="connsiteY3" fmla="*/ 398717 h 400050"/>
                <a:gd name="connsiteX4" fmla="*/ 7144 w 9525"/>
                <a:gd name="connsiteY4" fmla="*/ 402145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400050">
                  <a:moveTo>
                    <a:pt x="7144" y="402145"/>
                  </a:moveTo>
                  <a:lnTo>
                    <a:pt x="7144" y="7144"/>
                  </a:lnTo>
                  <a:lnTo>
                    <a:pt x="10001" y="10573"/>
                  </a:lnTo>
                  <a:cubicBezTo>
                    <a:pt x="8572" y="38862"/>
                    <a:pt x="8668" y="370522"/>
                    <a:pt x="10001" y="398717"/>
                  </a:cubicBezTo>
                  <a:lnTo>
                    <a:pt x="7144" y="402145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" name="Полилиния: фигура 20">
              <a:extLst>
                <a:ext uri="{FF2B5EF4-FFF2-40B4-BE49-F238E27FC236}">
                  <a16:creationId xmlns:a16="http://schemas.microsoft.com/office/drawing/2014/main" id="{6530F195-F566-483B-94CE-768CC428E39B}"/>
                </a:ext>
              </a:extLst>
            </p:cNvPr>
            <p:cNvSpPr/>
            <p:nvPr/>
          </p:nvSpPr>
          <p:spPr>
            <a:xfrm>
              <a:off x="5196363" y="2346579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" name="Полилиния: фигура 21">
              <a:extLst>
                <a:ext uri="{FF2B5EF4-FFF2-40B4-BE49-F238E27FC236}">
                  <a16:creationId xmlns:a16="http://schemas.microsoft.com/office/drawing/2014/main" id="{18CA254A-9E3B-4352-82B2-BA84B9F413EC}"/>
                </a:ext>
              </a:extLst>
            </p:cNvPr>
            <p:cNvSpPr/>
            <p:nvPr/>
          </p:nvSpPr>
          <p:spPr>
            <a:xfrm>
              <a:off x="5193506" y="2346674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2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3" name="Полилиния: фигура 22">
              <a:extLst>
                <a:ext uri="{FF2B5EF4-FFF2-40B4-BE49-F238E27FC236}">
                  <a16:creationId xmlns:a16="http://schemas.microsoft.com/office/drawing/2014/main" id="{04273616-0536-4E9E-A4BE-5D7114D4C4E6}"/>
                </a:ext>
              </a:extLst>
            </p:cNvPr>
            <p:cNvSpPr/>
            <p:nvPr/>
          </p:nvSpPr>
          <p:spPr>
            <a:xfrm>
              <a:off x="5201984" y="2346674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4" name="Полилиния: фигура 23">
              <a:extLst>
                <a:ext uri="{FF2B5EF4-FFF2-40B4-BE49-F238E27FC236}">
                  <a16:creationId xmlns:a16="http://schemas.microsoft.com/office/drawing/2014/main" id="{81AF835D-BC32-4CF6-9D53-BC9BE3935788}"/>
                </a:ext>
              </a:extLst>
            </p:cNvPr>
            <p:cNvSpPr/>
            <p:nvPr/>
          </p:nvSpPr>
          <p:spPr>
            <a:xfrm>
              <a:off x="5196364" y="2679573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5" name="Полилиния: фигура 24">
              <a:extLst>
                <a:ext uri="{FF2B5EF4-FFF2-40B4-BE49-F238E27FC236}">
                  <a16:creationId xmlns:a16="http://schemas.microsoft.com/office/drawing/2014/main" id="{668C5EB7-3AC0-4913-B7E5-76B46FFF714C}"/>
                </a:ext>
              </a:extLst>
            </p:cNvPr>
            <p:cNvSpPr/>
            <p:nvPr/>
          </p:nvSpPr>
          <p:spPr>
            <a:xfrm>
              <a:off x="5193506" y="2679668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3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6" name="Полилиния: фигура 25">
              <a:extLst>
                <a:ext uri="{FF2B5EF4-FFF2-40B4-BE49-F238E27FC236}">
                  <a16:creationId xmlns:a16="http://schemas.microsoft.com/office/drawing/2014/main" id="{18FAB6AC-0AD1-4123-96B1-6FDD727A66D6}"/>
                </a:ext>
              </a:extLst>
            </p:cNvPr>
            <p:cNvSpPr/>
            <p:nvPr/>
          </p:nvSpPr>
          <p:spPr>
            <a:xfrm>
              <a:off x="5201984" y="2679573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7" name="Полилиния: фигура 26">
              <a:extLst>
                <a:ext uri="{FF2B5EF4-FFF2-40B4-BE49-F238E27FC236}">
                  <a16:creationId xmlns:a16="http://schemas.microsoft.com/office/drawing/2014/main" id="{E0079DE2-1327-4F2F-A9D1-235DB5B2BB66}"/>
                </a:ext>
              </a:extLst>
            </p:cNvPr>
            <p:cNvSpPr/>
            <p:nvPr/>
          </p:nvSpPr>
          <p:spPr>
            <a:xfrm>
              <a:off x="5196364" y="2032159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2764 w 19050"/>
                <a:gd name="connsiteY1" fmla="*/ 7144 h 152400"/>
                <a:gd name="connsiteX2" fmla="*/ 12764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>
                  <a:moveTo>
                    <a:pt x="7144" y="7144"/>
                  </a:moveTo>
                  <a:lnTo>
                    <a:pt x="12764" y="7144"/>
                  </a:lnTo>
                  <a:lnTo>
                    <a:pt x="12764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8" name="Полилиния: фигура 27">
              <a:extLst>
                <a:ext uri="{FF2B5EF4-FFF2-40B4-BE49-F238E27FC236}">
                  <a16:creationId xmlns:a16="http://schemas.microsoft.com/office/drawing/2014/main" id="{8563A0D3-DD5F-48FE-8A05-4C2D704CE07C}"/>
                </a:ext>
              </a:extLst>
            </p:cNvPr>
            <p:cNvSpPr/>
            <p:nvPr/>
          </p:nvSpPr>
          <p:spPr>
            <a:xfrm>
              <a:off x="5193506" y="2032254"/>
              <a:ext cx="9525" cy="152400"/>
            </a:xfrm>
            <a:custGeom>
              <a:avLst/>
              <a:gdLst>
                <a:gd name="connsiteX0" fmla="*/ 10001 w 9525"/>
                <a:gd name="connsiteY0" fmla="*/ 151162 h 152400"/>
                <a:gd name="connsiteX1" fmla="*/ 10001 w 9525"/>
                <a:gd name="connsiteY1" fmla="*/ 7144 h 152400"/>
                <a:gd name="connsiteX2" fmla="*/ 7144 w 9525"/>
                <a:gd name="connsiteY2" fmla="*/ 10573 h 152400"/>
                <a:gd name="connsiteX3" fmla="*/ 7144 w 9525"/>
                <a:gd name="connsiteY3" fmla="*/ 147733 h 152400"/>
                <a:gd name="connsiteX4" fmla="*/ 10001 w 9525"/>
                <a:gd name="connsiteY4" fmla="*/ 151162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152400">
                  <a:moveTo>
                    <a:pt x="10001" y="151162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119539"/>
                    <a:pt x="7144" y="147733"/>
                  </a:cubicBezTo>
                  <a:lnTo>
                    <a:pt x="10001" y="151162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9" name="Полилиния: фигура 28">
              <a:extLst>
                <a:ext uri="{FF2B5EF4-FFF2-40B4-BE49-F238E27FC236}">
                  <a16:creationId xmlns:a16="http://schemas.microsoft.com/office/drawing/2014/main" id="{8452619C-3E15-4DC5-AB4B-6C88B9322F63}"/>
                </a:ext>
              </a:extLst>
            </p:cNvPr>
            <p:cNvSpPr/>
            <p:nvPr/>
          </p:nvSpPr>
          <p:spPr>
            <a:xfrm>
              <a:off x="5201984" y="2032254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3240 w 19050"/>
                <a:gd name="connsiteY1" fmla="*/ 7144 h 152400"/>
                <a:gd name="connsiteX2" fmla="*/ 13240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>
                  <a:moveTo>
                    <a:pt x="7144" y="7144"/>
                  </a:moveTo>
                  <a:lnTo>
                    <a:pt x="13240" y="7144"/>
                  </a:lnTo>
                  <a:lnTo>
                    <a:pt x="13240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0" name="Полилиния: фигура 29">
              <a:extLst>
                <a:ext uri="{FF2B5EF4-FFF2-40B4-BE49-F238E27FC236}">
                  <a16:creationId xmlns:a16="http://schemas.microsoft.com/office/drawing/2014/main" id="{824479CF-8277-41BF-A7D4-9E38E5D3A492}"/>
                </a:ext>
              </a:extLst>
            </p:cNvPr>
            <p:cNvSpPr/>
            <p:nvPr/>
          </p:nvSpPr>
          <p:spPr>
            <a:xfrm>
              <a:off x="5989398" y="5260657"/>
              <a:ext cx="219075" cy="19050"/>
            </a:xfrm>
            <a:custGeom>
              <a:avLst/>
              <a:gdLst>
                <a:gd name="connsiteX0" fmla="*/ 197851 w 219075"/>
                <a:gd name="connsiteY0" fmla="*/ 7144 h 19050"/>
                <a:gd name="connsiteX1" fmla="*/ 22782 w 219075"/>
                <a:gd name="connsiteY1" fmla="*/ 7144 h 19050"/>
                <a:gd name="connsiteX2" fmla="*/ 15162 w 219075"/>
                <a:gd name="connsiteY2" fmla="*/ 8192 h 19050"/>
                <a:gd name="connsiteX3" fmla="*/ 7446 w 219075"/>
                <a:gd name="connsiteY3" fmla="*/ 11525 h 19050"/>
                <a:gd name="connsiteX4" fmla="*/ 15066 w 219075"/>
                <a:gd name="connsiteY4" fmla="*/ 13430 h 19050"/>
                <a:gd name="connsiteX5" fmla="*/ 205662 w 219075"/>
                <a:gd name="connsiteY5" fmla="*/ 13430 h 19050"/>
                <a:gd name="connsiteX6" fmla="*/ 213282 w 219075"/>
                <a:gd name="connsiteY6" fmla="*/ 11525 h 19050"/>
                <a:gd name="connsiteX7" fmla="*/ 205566 w 219075"/>
                <a:gd name="connsiteY7" fmla="*/ 8192 h 19050"/>
                <a:gd name="connsiteX8" fmla="*/ 197946 w 219075"/>
                <a:gd name="connsiteY8" fmla="*/ 7144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9075" h="19050">
                  <a:moveTo>
                    <a:pt x="197851" y="7144"/>
                  </a:moveTo>
                  <a:lnTo>
                    <a:pt x="22782" y="7144"/>
                  </a:lnTo>
                  <a:cubicBezTo>
                    <a:pt x="19257" y="7144"/>
                    <a:pt x="16114" y="7620"/>
                    <a:pt x="15162" y="8192"/>
                  </a:cubicBezTo>
                  <a:lnTo>
                    <a:pt x="7446" y="11525"/>
                  </a:lnTo>
                  <a:cubicBezTo>
                    <a:pt x="6018" y="12478"/>
                    <a:pt x="9828" y="13430"/>
                    <a:pt x="15066" y="13430"/>
                  </a:cubicBezTo>
                  <a:lnTo>
                    <a:pt x="205662" y="13430"/>
                  </a:lnTo>
                  <a:cubicBezTo>
                    <a:pt x="210900" y="13430"/>
                    <a:pt x="214710" y="12478"/>
                    <a:pt x="213282" y="11525"/>
                  </a:cubicBezTo>
                  <a:lnTo>
                    <a:pt x="205566" y="8192"/>
                  </a:lnTo>
                  <a:cubicBezTo>
                    <a:pt x="204614" y="7525"/>
                    <a:pt x="201471" y="7144"/>
                    <a:pt x="197946" y="7144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1" name="Полилиния: фигура 30">
              <a:extLst>
                <a:ext uri="{FF2B5EF4-FFF2-40B4-BE49-F238E27FC236}">
                  <a16:creationId xmlns:a16="http://schemas.microsoft.com/office/drawing/2014/main" id="{0B62DAC2-F1F4-4ECF-851D-BEC23148FE5D}"/>
                </a:ext>
              </a:extLst>
            </p:cNvPr>
            <p:cNvSpPr/>
            <p:nvPr/>
          </p:nvSpPr>
          <p:spPr>
            <a:xfrm>
              <a:off x="5865400" y="1648968"/>
              <a:ext cx="457200" cy="142875"/>
            </a:xfrm>
            <a:custGeom>
              <a:avLst/>
              <a:gdLst>
                <a:gd name="connsiteX0" fmla="*/ 390620 w 457200"/>
                <a:gd name="connsiteY0" fmla="*/ 136970 h 142875"/>
                <a:gd name="connsiteX1" fmla="*/ 72009 w 457200"/>
                <a:gd name="connsiteY1" fmla="*/ 136970 h 142875"/>
                <a:gd name="connsiteX2" fmla="*/ 7144 w 457200"/>
                <a:gd name="connsiteY2" fmla="*/ 72009 h 142875"/>
                <a:gd name="connsiteX3" fmla="*/ 7144 w 457200"/>
                <a:gd name="connsiteY3" fmla="*/ 72009 h 142875"/>
                <a:gd name="connsiteX4" fmla="*/ 72009 w 457200"/>
                <a:gd name="connsiteY4" fmla="*/ 7144 h 142875"/>
                <a:gd name="connsiteX5" fmla="*/ 390620 w 457200"/>
                <a:gd name="connsiteY5" fmla="*/ 7144 h 142875"/>
                <a:gd name="connsiteX6" fmla="*/ 455486 w 457200"/>
                <a:gd name="connsiteY6" fmla="*/ 72009 h 142875"/>
                <a:gd name="connsiteX7" fmla="*/ 455486 w 457200"/>
                <a:gd name="connsiteY7" fmla="*/ 72009 h 142875"/>
                <a:gd name="connsiteX8" fmla="*/ 390620 w 457200"/>
                <a:gd name="connsiteY8" fmla="*/ 136970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142875">
                  <a:moveTo>
                    <a:pt x="390620" y="136970"/>
                  </a:moveTo>
                  <a:lnTo>
                    <a:pt x="72009" y="136970"/>
                  </a:lnTo>
                  <a:cubicBezTo>
                    <a:pt x="36195" y="136970"/>
                    <a:pt x="7144" y="107918"/>
                    <a:pt x="7144" y="72009"/>
                  </a:cubicBezTo>
                  <a:lnTo>
                    <a:pt x="7144" y="72009"/>
                  </a:lnTo>
                  <a:cubicBezTo>
                    <a:pt x="7144" y="36195"/>
                    <a:pt x="36195" y="7144"/>
                    <a:pt x="72009" y="7144"/>
                  </a:cubicBezTo>
                  <a:lnTo>
                    <a:pt x="390620" y="7144"/>
                  </a:lnTo>
                  <a:cubicBezTo>
                    <a:pt x="426434" y="7144"/>
                    <a:pt x="455486" y="36195"/>
                    <a:pt x="455486" y="72009"/>
                  </a:cubicBezTo>
                  <a:lnTo>
                    <a:pt x="455486" y="72009"/>
                  </a:lnTo>
                  <a:cubicBezTo>
                    <a:pt x="455486" y="107823"/>
                    <a:pt x="426434" y="136970"/>
                    <a:pt x="390620" y="13697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2" name="Полилиния: фигура 31">
              <a:extLst>
                <a:ext uri="{FF2B5EF4-FFF2-40B4-BE49-F238E27FC236}">
                  <a16:creationId xmlns:a16="http://schemas.microsoft.com/office/drawing/2014/main" id="{45311E48-AC2A-4A80-A65A-D356CC01C1AC}"/>
                </a:ext>
              </a:extLst>
            </p:cNvPr>
            <p:cNvSpPr/>
            <p:nvPr/>
          </p:nvSpPr>
          <p:spPr>
            <a:xfrm>
              <a:off x="6202585" y="1685544"/>
              <a:ext cx="66675" cy="66675"/>
            </a:xfrm>
            <a:custGeom>
              <a:avLst/>
              <a:gdLst>
                <a:gd name="connsiteX0" fmla="*/ 63913 w 66675"/>
                <a:gd name="connsiteY0" fmla="*/ 35528 h 66675"/>
                <a:gd name="connsiteX1" fmla="*/ 35528 w 66675"/>
                <a:gd name="connsiteY1" fmla="*/ 63913 h 66675"/>
                <a:gd name="connsiteX2" fmla="*/ 7144 w 66675"/>
                <a:gd name="connsiteY2" fmla="*/ 35528 h 66675"/>
                <a:gd name="connsiteX3" fmla="*/ 35528 w 66675"/>
                <a:gd name="connsiteY3" fmla="*/ 7144 h 66675"/>
                <a:gd name="connsiteX4" fmla="*/ 63913 w 66675"/>
                <a:gd name="connsiteY4" fmla="*/ 35528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>
                  <a:moveTo>
                    <a:pt x="63913" y="35528"/>
                  </a:moveTo>
                  <a:cubicBezTo>
                    <a:pt x="63913" y="51205"/>
                    <a:pt x="51205" y="63913"/>
                    <a:pt x="35528" y="63913"/>
                  </a:cubicBezTo>
                  <a:cubicBezTo>
                    <a:pt x="19852" y="63913"/>
                    <a:pt x="7144" y="51205"/>
                    <a:pt x="7144" y="35528"/>
                  </a:cubicBezTo>
                  <a:cubicBezTo>
                    <a:pt x="7144" y="19852"/>
                    <a:pt x="19852" y="7144"/>
                    <a:pt x="35528" y="7144"/>
                  </a:cubicBezTo>
                  <a:cubicBezTo>
                    <a:pt x="51205" y="7144"/>
                    <a:pt x="63913" y="19852"/>
                    <a:pt x="63913" y="35528"/>
                  </a:cubicBezTo>
                  <a:close/>
                </a:path>
              </a:pathLst>
            </a:custGeom>
            <a:solidFill>
              <a:srgbClr val="66666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pic>
          <p:nvPicPr>
            <p:cNvPr id="33" name="Рисунок 32">
              <a:extLst>
                <a:ext uri="{FF2B5EF4-FFF2-40B4-BE49-F238E27FC236}">
                  <a16:creationId xmlns:a16="http://schemas.microsoft.com/office/drawing/2014/main" id="{104AE29B-276D-4F69-9E54-6CBD0BE7584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10967" y="1694212"/>
              <a:ext cx="57150" cy="47625"/>
            </a:xfrm>
            <a:custGeom>
              <a:avLst/>
              <a:gdLst>
                <a:gd name="connsiteX0" fmla="*/ 0 w 57150"/>
                <a:gd name="connsiteY0" fmla="*/ 0 h 47625"/>
                <a:gd name="connsiteX1" fmla="*/ 57150 w 57150"/>
                <a:gd name="connsiteY1" fmla="*/ 0 h 47625"/>
                <a:gd name="connsiteX2" fmla="*/ 57150 w 57150"/>
                <a:gd name="connsiteY2" fmla="*/ 57150 h 47625"/>
                <a:gd name="connsiteX3" fmla="*/ 0 w 57150"/>
                <a:gd name="connsiteY3" fmla="*/ 5715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" h="47625">
                  <a:moveTo>
                    <a:pt x="0" y="0"/>
                  </a:moveTo>
                  <a:lnTo>
                    <a:pt x="57150" y="0"/>
                  </a:lnTo>
                  <a:lnTo>
                    <a:pt x="57150" y="57150"/>
                  </a:lnTo>
                  <a:lnTo>
                    <a:pt x="0" y="57150"/>
                  </a:lnTo>
                  <a:close/>
                </a:path>
              </a:pathLst>
            </a:custGeom>
            <a:ln/>
          </p:spPr>
        </p:pic>
        <p:sp>
          <p:nvSpPr>
            <p:cNvPr id="34" name="Полилиния: фигура 33">
              <a:extLst>
                <a:ext uri="{FF2B5EF4-FFF2-40B4-BE49-F238E27FC236}">
                  <a16:creationId xmlns:a16="http://schemas.microsoft.com/office/drawing/2014/main" id="{4FAE68B0-E6D3-4A99-8C27-FF0701E8FAD5}"/>
                </a:ext>
              </a:extLst>
            </p:cNvPr>
            <p:cNvSpPr/>
            <p:nvPr/>
          </p:nvSpPr>
          <p:spPr>
            <a:xfrm>
              <a:off x="6214777" y="1697736"/>
              <a:ext cx="38100" cy="38100"/>
            </a:xfrm>
            <a:custGeom>
              <a:avLst/>
              <a:gdLst>
                <a:gd name="connsiteX0" fmla="*/ 39529 w 38100"/>
                <a:gd name="connsiteY0" fmla="*/ 23336 h 38100"/>
                <a:gd name="connsiteX1" fmla="*/ 23336 w 38100"/>
                <a:gd name="connsiteY1" fmla="*/ 39529 h 38100"/>
                <a:gd name="connsiteX2" fmla="*/ 7144 w 38100"/>
                <a:gd name="connsiteY2" fmla="*/ 23336 h 38100"/>
                <a:gd name="connsiteX3" fmla="*/ 23336 w 38100"/>
                <a:gd name="connsiteY3" fmla="*/ 7144 h 38100"/>
                <a:gd name="connsiteX4" fmla="*/ 39529 w 38100"/>
                <a:gd name="connsiteY4" fmla="*/ 23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9529" y="23336"/>
                  </a:moveTo>
                  <a:cubicBezTo>
                    <a:pt x="39529" y="32279"/>
                    <a:pt x="32279" y="39529"/>
                    <a:pt x="23336" y="39529"/>
                  </a:cubicBezTo>
                  <a:cubicBezTo>
                    <a:pt x="14393" y="39529"/>
                    <a:pt x="7144" y="32279"/>
                    <a:pt x="7144" y="23336"/>
                  </a:cubicBezTo>
                  <a:cubicBezTo>
                    <a:pt x="7144" y="14393"/>
                    <a:pt x="14393" y="7144"/>
                    <a:pt x="23336" y="7144"/>
                  </a:cubicBezTo>
                  <a:cubicBezTo>
                    <a:pt x="32279" y="7144"/>
                    <a:pt x="39529" y="14393"/>
                    <a:pt x="39529" y="23336"/>
                  </a:cubicBezTo>
                  <a:close/>
                </a:path>
              </a:pathLst>
            </a:custGeom>
            <a:solidFill>
              <a:srgbClr val="0B13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5" name="Полилиния: фигура 34">
              <a:extLst>
                <a:ext uri="{FF2B5EF4-FFF2-40B4-BE49-F238E27FC236}">
                  <a16:creationId xmlns:a16="http://schemas.microsoft.com/office/drawing/2014/main" id="{81A0CB6C-0D74-4877-B97D-73B7D6B320F5}"/>
                </a:ext>
              </a:extLst>
            </p:cNvPr>
            <p:cNvSpPr/>
            <p:nvPr/>
          </p:nvSpPr>
          <p:spPr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6" name="Полилиния: фигура 35">
              <a:extLst>
                <a:ext uri="{FF2B5EF4-FFF2-40B4-BE49-F238E27FC236}">
                  <a16:creationId xmlns:a16="http://schemas.microsoft.com/office/drawing/2014/main" id="{7237E626-D311-4B83-8DBA-12DC3F813C32}"/>
                </a:ext>
              </a:extLst>
            </p:cNvPr>
            <p:cNvSpPr/>
            <p:nvPr/>
          </p:nvSpPr>
          <p:spPr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7" name="Полилиния: фигура 36">
              <a:extLst>
                <a:ext uri="{FF2B5EF4-FFF2-40B4-BE49-F238E27FC236}">
                  <a16:creationId xmlns:a16="http://schemas.microsoft.com/office/drawing/2014/main" id="{F61B8E82-D4DC-41E9-B74B-4125D6F227F0}"/>
                </a:ext>
              </a:extLst>
            </p:cNvPr>
            <p:cNvSpPr/>
            <p:nvPr/>
          </p:nvSpPr>
          <p:spPr>
            <a:xfrm>
              <a:off x="6233636" y="1716215"/>
              <a:ext cx="19050" cy="19050"/>
            </a:xfrm>
            <a:custGeom>
              <a:avLst/>
              <a:gdLst>
                <a:gd name="connsiteX0" fmla="*/ 17240 w 19050"/>
                <a:gd name="connsiteY0" fmla="*/ 12192 h 19050"/>
                <a:gd name="connsiteX1" fmla="*/ 12192 w 19050"/>
                <a:gd name="connsiteY1" fmla="*/ 7144 h 19050"/>
                <a:gd name="connsiteX2" fmla="*/ 7144 w 19050"/>
                <a:gd name="connsiteY2" fmla="*/ 12192 h 19050"/>
                <a:gd name="connsiteX3" fmla="*/ 12192 w 19050"/>
                <a:gd name="connsiteY3" fmla="*/ 17240 h 19050"/>
                <a:gd name="connsiteX4" fmla="*/ 17240 w 19050"/>
                <a:gd name="connsiteY4" fmla="*/ 12192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>
                  <a:moveTo>
                    <a:pt x="17240" y="12192"/>
                  </a:moveTo>
                  <a:cubicBezTo>
                    <a:pt x="17240" y="9430"/>
                    <a:pt x="14954" y="7144"/>
                    <a:pt x="12192" y="7144"/>
                  </a:cubicBezTo>
                  <a:cubicBezTo>
                    <a:pt x="9430" y="7144"/>
                    <a:pt x="7144" y="9430"/>
                    <a:pt x="7144" y="12192"/>
                  </a:cubicBezTo>
                  <a:cubicBezTo>
                    <a:pt x="7144" y="14954"/>
                    <a:pt x="9430" y="17240"/>
                    <a:pt x="12192" y="17240"/>
                  </a:cubicBezTo>
                  <a:cubicBezTo>
                    <a:pt x="14954" y="17240"/>
                    <a:pt x="17240" y="14954"/>
                    <a:pt x="17240" y="12192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39" name="Заголовок 13">
            <a:extLst>
              <a:ext uri="{FF2B5EF4-FFF2-40B4-BE49-F238E27FC236}">
                <a16:creationId xmlns:a16="http://schemas.microsoft.com/office/drawing/2014/main" id="{8E1F3D1B-B48D-3959-B6E3-253BFA6E3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rPr lang="ru-RU"/>
              <a:t>ПОДБОРКА С ОБЪЯСНЕНИЕМ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406476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389C504C-C673-685A-ED35-3E688A842675}"/>
              </a:ext>
            </a:extLst>
          </p:cNvPr>
          <p:cNvSpPr/>
          <p:nvPr/>
        </p:nvSpPr>
        <p:spPr>
          <a:xfrm>
            <a:off x="346075" y="324562"/>
            <a:ext cx="3566160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2D779828-50AA-424E-9D75-E4AA39DF20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22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80582B6-28AC-45F4-BD2D-467E652DBD3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755267" y="1343263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</a:pPr>
            <a:r>
              <a:rPr lang="ru-RU" b="1">
                <a:solidFill>
                  <a:srgbClr val="310F53"/>
                </a:solidFill>
              </a:rPr>
              <a:t>0,94 Precision@10</a:t>
            </a: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F82DF7C-A3AD-43CF-A10D-0B36529054B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755267" y="1722800"/>
            <a:ext cx="4790314" cy="642164"/>
          </a:xfrm>
        </p:spPr>
        <p:txBody>
          <a:bodyPr/>
          <a:lstStyle/>
          <a:p>
            <a:pPr marL="0" indent="0">
              <a:buNone/>
            </a:pPr>
            <a:r>
              <a:rPr lang="ru-RU">
                <a:solidFill>
                  <a:schemeClr val="accent5"/>
                </a:solidFill>
              </a:rPr>
              <a:t>доля релевантных в топ-10 против 0,43 у поиска по ключевым словам резюме</a:t>
            </a:r>
            <a:endParaRPr lang="ru-RU">
              <a:solidFill>
                <a:schemeClr val="accent5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958F12B-018B-418A-A49D-1D36B842AE9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755267" y="2611824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</a:pPr>
            <a:r>
              <a:rPr lang="ru-RU" b="1">
                <a:solidFill>
                  <a:srgbClr val="310F53"/>
                </a:solidFill>
              </a:rPr>
              <a:t>0,84 nDCG@10</a:t>
            </a: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57CEBFD9-BA50-4FE2-AEDF-186C2F4D3DA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755267" y="2991361"/>
            <a:ext cx="4790314" cy="642164"/>
          </a:xfrm>
        </p:spPr>
        <p:txBody>
          <a:bodyPr/>
          <a:lstStyle/>
          <a:p>
            <a:pPr marL="0" indent="0">
              <a:buNone/>
            </a:pPr>
            <a:r>
              <a:rPr lang="ru-RU">
                <a:solidFill>
                  <a:schemeClr val="accent5"/>
                </a:solidFill>
              </a:rPr>
              <a:t>сильнейшие кандидаты стоят наверху, а не просто попадают в топ</a:t>
            </a:r>
            <a:endParaRPr lang="ru-RU">
              <a:solidFill>
                <a:schemeClr val="accent5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932AF062-A059-495E-BB70-46D2DA99A1F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755267" y="3880385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</a:pPr>
            <a:r>
              <a:rPr lang="ru-RU" b="1">
                <a:solidFill>
                  <a:srgbClr val="310F53"/>
                </a:solidFill>
              </a:rPr>
              <a:t>Веса подобраны</a:t>
            </a: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62FC86C2-74E3-4069-A985-340E87E70FC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755267" y="4259922"/>
            <a:ext cx="4790314" cy="642164"/>
          </a:xfrm>
        </p:spPr>
        <p:txBody>
          <a:bodyPr/>
          <a:lstStyle/>
          <a:p>
            <a:pPr marL="0" indent="0">
              <a:buNone/>
            </a:pPr>
            <a:r>
              <a:rPr lang="ru-RU">
                <a:solidFill>
                  <a:schemeClr val="accent5"/>
                </a:solidFill>
              </a:rPr>
              <a:t>на 120 потребностях и проверены на 120 отложенных</a:t>
            </a:r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1D835328-9C3F-4BAA-A363-BCF05AE9CAA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755267" y="5148947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</a:pPr>
            <a:r>
              <a:rPr lang="ru-RU" b="1">
                <a:solidFill>
                  <a:srgbClr val="310F53"/>
                </a:solidFill>
              </a:rPr>
              <a:t>Проверка на ваших данных</a:t>
            </a: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EF3516B2-5C9F-4B2E-B489-4C7C76EB80F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755267" y="5528484"/>
            <a:ext cx="4790314" cy="642164"/>
          </a:xfrm>
        </p:spPr>
        <p:txBody>
          <a:bodyPr/>
          <a:lstStyle/>
          <a:p>
            <a:pPr marL="0" indent="0">
              <a:buNone/>
            </a:pPr>
            <a:r>
              <a:rPr lang="ru-RU">
                <a:solidFill>
                  <a:schemeClr val="accent5"/>
                </a:solidFill>
              </a:rPr>
              <a:t>свой набор пар «вакансия — кандидат» через CLI или Swagger: P@k, nDCG, MAP</a:t>
            </a:r>
            <a:endParaRPr lang="ru-RU">
              <a:solidFill>
                <a:schemeClr val="accent5"/>
              </a:solidFill>
            </a:endParaRPr>
          </a:p>
        </p:txBody>
      </p:sp>
      <p:graphicFrame>
        <p:nvGraphicFramePr>
          <p:cNvPr id="12" name="Диаграмма 11">
            <a:extLst>
              <a:ext uri="{FF2B5EF4-FFF2-40B4-BE49-F238E27FC236}">
                <a16:creationId xmlns:a16="http://schemas.microsoft.com/office/drawing/2014/main" id="{23BDA4A7-21AE-4EEC-8367-DB38D1BA312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81416834"/>
              </p:ext>
            </p:extLst>
          </p:nvPr>
        </p:nvGraphicFramePr>
        <p:xfrm>
          <a:off x="346075" y="1424510"/>
          <a:ext cx="5749925" cy="44017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Заголовок 13">
            <a:extLst>
              <a:ext uri="{FF2B5EF4-FFF2-40B4-BE49-F238E27FC236}">
                <a16:creationId xmlns:a16="http://schemas.microsoft.com/office/drawing/2014/main" id="{9CDF69C9-489B-D478-1908-E63FA3502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rPr lang="ru-RU"/>
              <a:t>КАЧЕСТВО ПОДБОРА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997862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1DEBD50A-B557-2D80-C143-F7BE92E03371}"/>
              </a:ext>
            </a:extLst>
          </p:cNvPr>
          <p:cNvSpPr/>
          <p:nvPr/>
        </p:nvSpPr>
        <p:spPr>
          <a:xfrm>
            <a:off x="429141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557A70F9-C0E6-46AE-6A65-5343A45A5968}"/>
              </a:ext>
            </a:extLst>
          </p:cNvPr>
          <p:cNvSpPr/>
          <p:nvPr/>
        </p:nvSpPr>
        <p:spPr>
          <a:xfrm>
            <a:off x="4327137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81CF4124-313D-FA73-2EF6-2D9FE2D71D5D}"/>
              </a:ext>
            </a:extLst>
          </p:cNvPr>
          <p:cNvSpPr/>
          <p:nvPr/>
        </p:nvSpPr>
        <p:spPr>
          <a:xfrm>
            <a:off x="8225133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836BC072-4CEB-1CD2-52FE-02A6094518FB}"/>
              </a:ext>
            </a:extLst>
          </p:cNvPr>
          <p:cNvSpPr/>
          <p:nvPr/>
        </p:nvSpPr>
        <p:spPr>
          <a:xfrm>
            <a:off x="346075" y="324562"/>
            <a:ext cx="3753611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10651A50-CFFD-C440-F1DF-F703C14C9202}"/>
              </a:ext>
            </a:extLst>
          </p:cNvPr>
          <p:cNvSpPr/>
          <p:nvPr/>
        </p:nvSpPr>
        <p:spPr>
          <a:xfrm>
            <a:off x="5340262" y="1366572"/>
            <a:ext cx="1504594" cy="1401168"/>
          </a:xfrm>
          <a:prstGeom prst="round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2E5EC51C-6A42-A386-6730-F35F8E0CF56A}"/>
              </a:ext>
            </a:extLst>
          </p:cNvPr>
          <p:cNvSpPr/>
          <p:nvPr/>
        </p:nvSpPr>
        <p:spPr>
          <a:xfrm>
            <a:off x="1541018" y="1366572"/>
            <a:ext cx="1504594" cy="1401168"/>
          </a:xfrm>
          <a:prstGeom prst="round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0C532ED-B059-4872-93FE-25291054D3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24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08DB357-2788-42D4-93E8-1AB12DB2EE4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16304" y="3286814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r>
              <a:rPr lang="ru-RU" b="1" sz="1800">
                <a:solidFill>
                  <a:schemeClr val="tx1"/>
                </a:solidFill>
              </a:rPr>
              <a:t>Вилка в первом сообщении</a:t>
            </a:r>
            <a:endParaRPr lang="ru-RU" dirty="0">
              <a:solidFill>
                <a:schemeClr val="tx1"/>
              </a:solidFill>
            </a:endParaRPr>
          </a:p>
          <a:p>
            <a:pPr>
              <a:spcBef>
                <a:spcPts val="1000"/>
              </a:spcBef>
            </a:pPr>
            <a:r>
              <a:rPr lang="ru-RU" sz="1400">
                <a:solidFill>
                  <a:schemeClr val="tx1"/>
                </a:solidFill>
              </a:rPr>
              <a:t>Зарплата «от–до» обязательна: соискатель видит условия до разговора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6869BDE-34CE-47D5-B162-82211244B7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9890" y="3264544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r>
              <a:rPr lang="ru-RU" b="1" sz="1800">
                <a:solidFill>
                  <a:schemeClr val="tx1"/>
                </a:solidFill>
              </a:rPr>
              <a:t>Квота против спама</a:t>
            </a:r>
            <a:endParaRPr lang="ru-RU" dirty="0">
              <a:solidFill>
                <a:schemeClr val="tx1"/>
              </a:solidFill>
            </a:endParaRPr>
          </a:p>
          <a:p>
            <a:pPr>
              <a:spcBef>
                <a:spcPts val="1000"/>
              </a:spcBef>
            </a:pPr>
            <a:r>
              <a:rPr lang="ru-RU" sz="1400">
                <a:solidFill>
                  <a:schemeClr val="tx1"/>
                </a:solidFill>
              </a:rPr>
              <a:t>До 30 приглашений в неделю по уровню доверия и одно активное на человека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BF91A14-DF82-4BD9-95C1-96973CFF3F64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405081" y="3277471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r>
              <a:rPr lang="ru-RU" b="1" sz="1800">
                <a:solidFill>
                  <a:schemeClr val="tx1"/>
                </a:solidFill>
              </a:rPr>
              <a:t>Контакты после «да»</a:t>
            </a:r>
            <a:endParaRPr lang="ru-RU">
              <a:solidFill>
                <a:schemeClr val="tx1"/>
              </a:solidFill>
            </a:endParaRPr>
          </a:p>
          <a:p>
            <a:pPr>
              <a:spcBef>
                <a:spcPts val="1000"/>
              </a:spcBef>
            </a:pPr>
            <a:r>
              <a:rPr lang="ru-RU" sz="1400">
                <a:solidFill>
                  <a:schemeClr val="tx1"/>
                </a:solidFill>
              </a:rPr>
              <a:t>До принятия — анонимная карточка. Каждый доступ к контактам записан</a:t>
            </a:r>
          </a:p>
        </p:txBody>
      </p:sp>
      <p:cxnSp>
        <p:nvCxnSpPr>
          <p:cNvPr id="58" name="Google Shape;2799;p94">
            <a:extLst>
              <a:ext uri="{FF2B5EF4-FFF2-40B4-BE49-F238E27FC236}">
                <a16:creationId xmlns:a16="http://schemas.microsoft.com/office/drawing/2014/main" id="{567FA9A9-3099-4088-80A0-9601CEE4D42E}"/>
              </a:ext>
            </a:extLst>
          </p:cNvPr>
          <p:cNvCxnSpPr>
            <a:cxnSpLocks/>
          </p:cNvCxnSpPr>
          <p:nvPr/>
        </p:nvCxnSpPr>
        <p:spPr>
          <a:xfrm flipV="1">
            <a:off x="3041995" y="2120995"/>
            <a:ext cx="2288595" cy="11479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2" name="Google Shape;2829;p94">
            <a:extLst>
              <a:ext uri="{FF2B5EF4-FFF2-40B4-BE49-F238E27FC236}">
                <a16:creationId xmlns:a16="http://schemas.microsoft.com/office/drawing/2014/main" id="{4C77747E-B18D-4A2B-BA4F-6DC51DACDF20}"/>
              </a:ext>
            </a:extLst>
          </p:cNvPr>
          <p:cNvGrpSpPr/>
          <p:nvPr/>
        </p:nvGrpSpPr>
        <p:grpSpPr>
          <a:xfrm>
            <a:off x="1899087" y="1753233"/>
            <a:ext cx="738531" cy="687909"/>
            <a:chOff x="3385734" y="2233242"/>
            <a:chExt cx="340504" cy="319542"/>
          </a:xfrm>
        </p:grpSpPr>
        <p:sp>
          <p:nvSpPr>
            <p:cNvPr id="63" name="Google Shape;2830;p94">
              <a:extLst>
                <a:ext uri="{FF2B5EF4-FFF2-40B4-BE49-F238E27FC236}">
                  <a16:creationId xmlns:a16="http://schemas.microsoft.com/office/drawing/2014/main" id="{F538E3A9-5C7B-406B-80D1-B9EEBFF33FF0}"/>
                </a:ext>
              </a:extLst>
            </p:cNvPr>
            <p:cNvSpPr/>
            <p:nvPr/>
          </p:nvSpPr>
          <p:spPr>
            <a:xfrm>
              <a:off x="3385734" y="2233242"/>
              <a:ext cx="340504" cy="319542"/>
            </a:xfrm>
            <a:custGeom>
              <a:avLst/>
              <a:gdLst/>
              <a:ahLst/>
              <a:cxnLst/>
              <a:rect l="l" t="t" r="r" b="b"/>
              <a:pathLst>
                <a:path w="10122" h="9289" extrusionOk="0">
                  <a:moveTo>
                    <a:pt x="9574" y="310"/>
                  </a:moveTo>
                  <a:cubicBezTo>
                    <a:pt x="9717" y="310"/>
                    <a:pt x="9812" y="406"/>
                    <a:pt x="9812" y="549"/>
                  </a:cubicBezTo>
                  <a:lnTo>
                    <a:pt x="9812" y="5669"/>
                  </a:lnTo>
                  <a:lnTo>
                    <a:pt x="8622" y="5669"/>
                  </a:lnTo>
                  <a:cubicBezTo>
                    <a:pt x="8550" y="5669"/>
                    <a:pt x="8479" y="5740"/>
                    <a:pt x="8479" y="5812"/>
                  </a:cubicBezTo>
                  <a:cubicBezTo>
                    <a:pt x="8479" y="5907"/>
                    <a:pt x="8550" y="5978"/>
                    <a:pt x="8622" y="5978"/>
                  </a:cubicBezTo>
                  <a:lnTo>
                    <a:pt x="9812" y="5978"/>
                  </a:lnTo>
                  <a:lnTo>
                    <a:pt x="9812" y="6455"/>
                  </a:lnTo>
                  <a:cubicBezTo>
                    <a:pt x="9812" y="6597"/>
                    <a:pt x="9717" y="6717"/>
                    <a:pt x="9574" y="6717"/>
                  </a:cubicBezTo>
                  <a:lnTo>
                    <a:pt x="549" y="6717"/>
                  </a:lnTo>
                  <a:cubicBezTo>
                    <a:pt x="406" y="6717"/>
                    <a:pt x="287" y="6597"/>
                    <a:pt x="287" y="6455"/>
                  </a:cubicBezTo>
                  <a:lnTo>
                    <a:pt x="287" y="5978"/>
                  </a:lnTo>
                  <a:lnTo>
                    <a:pt x="7979" y="5978"/>
                  </a:lnTo>
                  <a:cubicBezTo>
                    <a:pt x="8050" y="5978"/>
                    <a:pt x="8122" y="5907"/>
                    <a:pt x="8122" y="5812"/>
                  </a:cubicBezTo>
                  <a:cubicBezTo>
                    <a:pt x="8122" y="5740"/>
                    <a:pt x="8050" y="5669"/>
                    <a:pt x="7979" y="5669"/>
                  </a:cubicBezTo>
                  <a:lnTo>
                    <a:pt x="6216" y="5669"/>
                  </a:lnTo>
                  <a:lnTo>
                    <a:pt x="6216" y="310"/>
                  </a:lnTo>
                  <a:close/>
                  <a:moveTo>
                    <a:pt x="5335" y="7002"/>
                  </a:moveTo>
                  <a:lnTo>
                    <a:pt x="5335" y="7193"/>
                  </a:lnTo>
                  <a:cubicBezTo>
                    <a:pt x="5335" y="7360"/>
                    <a:pt x="5216" y="7479"/>
                    <a:pt x="5049" y="7479"/>
                  </a:cubicBezTo>
                  <a:cubicBezTo>
                    <a:pt x="4907" y="7479"/>
                    <a:pt x="4764" y="7360"/>
                    <a:pt x="4764" y="7193"/>
                  </a:cubicBezTo>
                  <a:lnTo>
                    <a:pt x="4764" y="7002"/>
                  </a:lnTo>
                  <a:close/>
                  <a:moveTo>
                    <a:pt x="6073" y="7002"/>
                  </a:moveTo>
                  <a:lnTo>
                    <a:pt x="6169" y="8241"/>
                  </a:lnTo>
                  <a:lnTo>
                    <a:pt x="3954" y="8241"/>
                  </a:lnTo>
                  <a:lnTo>
                    <a:pt x="4049" y="7002"/>
                  </a:lnTo>
                  <a:lnTo>
                    <a:pt x="4478" y="7002"/>
                  </a:lnTo>
                  <a:lnTo>
                    <a:pt x="4478" y="7193"/>
                  </a:lnTo>
                  <a:cubicBezTo>
                    <a:pt x="4478" y="7526"/>
                    <a:pt x="4740" y="7788"/>
                    <a:pt x="5049" y="7788"/>
                  </a:cubicBezTo>
                  <a:cubicBezTo>
                    <a:pt x="5383" y="7788"/>
                    <a:pt x="5645" y="7526"/>
                    <a:pt x="5645" y="7193"/>
                  </a:cubicBezTo>
                  <a:lnTo>
                    <a:pt x="5645" y="7002"/>
                  </a:lnTo>
                  <a:close/>
                  <a:moveTo>
                    <a:pt x="6859" y="8526"/>
                  </a:moveTo>
                  <a:cubicBezTo>
                    <a:pt x="6883" y="8526"/>
                    <a:pt x="6907" y="8550"/>
                    <a:pt x="6907" y="8574"/>
                  </a:cubicBezTo>
                  <a:lnTo>
                    <a:pt x="6907" y="8955"/>
                  </a:lnTo>
                  <a:cubicBezTo>
                    <a:pt x="6907" y="8979"/>
                    <a:pt x="6883" y="9003"/>
                    <a:pt x="6859" y="9003"/>
                  </a:cubicBezTo>
                  <a:lnTo>
                    <a:pt x="3263" y="9003"/>
                  </a:lnTo>
                  <a:cubicBezTo>
                    <a:pt x="3240" y="9003"/>
                    <a:pt x="3216" y="8979"/>
                    <a:pt x="3216" y="8955"/>
                  </a:cubicBezTo>
                  <a:lnTo>
                    <a:pt x="3216" y="8574"/>
                  </a:lnTo>
                  <a:cubicBezTo>
                    <a:pt x="3216" y="8550"/>
                    <a:pt x="3240" y="8526"/>
                    <a:pt x="3263" y="8526"/>
                  </a:cubicBezTo>
                  <a:close/>
                  <a:moveTo>
                    <a:pt x="549" y="1"/>
                  </a:moveTo>
                  <a:cubicBezTo>
                    <a:pt x="239" y="1"/>
                    <a:pt x="1" y="239"/>
                    <a:pt x="1" y="549"/>
                  </a:cubicBezTo>
                  <a:lnTo>
                    <a:pt x="1" y="1477"/>
                  </a:lnTo>
                  <a:cubicBezTo>
                    <a:pt x="1" y="1573"/>
                    <a:pt x="72" y="1644"/>
                    <a:pt x="144" y="1644"/>
                  </a:cubicBezTo>
                  <a:cubicBezTo>
                    <a:pt x="215" y="1644"/>
                    <a:pt x="287" y="1573"/>
                    <a:pt x="287" y="1477"/>
                  </a:cubicBezTo>
                  <a:lnTo>
                    <a:pt x="287" y="549"/>
                  </a:lnTo>
                  <a:cubicBezTo>
                    <a:pt x="287" y="406"/>
                    <a:pt x="406" y="310"/>
                    <a:pt x="549" y="310"/>
                  </a:cubicBezTo>
                  <a:lnTo>
                    <a:pt x="5907" y="310"/>
                  </a:lnTo>
                  <a:lnTo>
                    <a:pt x="5907" y="5669"/>
                  </a:lnTo>
                  <a:lnTo>
                    <a:pt x="287" y="5669"/>
                  </a:lnTo>
                  <a:lnTo>
                    <a:pt x="287" y="2144"/>
                  </a:lnTo>
                  <a:cubicBezTo>
                    <a:pt x="287" y="2049"/>
                    <a:pt x="239" y="2001"/>
                    <a:pt x="144" y="2001"/>
                  </a:cubicBezTo>
                  <a:cubicBezTo>
                    <a:pt x="72" y="2001"/>
                    <a:pt x="1" y="2049"/>
                    <a:pt x="1" y="2144"/>
                  </a:cubicBezTo>
                  <a:lnTo>
                    <a:pt x="1" y="6455"/>
                  </a:lnTo>
                  <a:cubicBezTo>
                    <a:pt x="1" y="6764"/>
                    <a:pt x="239" y="7002"/>
                    <a:pt x="549" y="7002"/>
                  </a:cubicBezTo>
                  <a:lnTo>
                    <a:pt x="3763" y="7002"/>
                  </a:lnTo>
                  <a:lnTo>
                    <a:pt x="3644" y="8241"/>
                  </a:lnTo>
                  <a:lnTo>
                    <a:pt x="3263" y="8241"/>
                  </a:lnTo>
                  <a:cubicBezTo>
                    <a:pt x="3073" y="8241"/>
                    <a:pt x="2930" y="8384"/>
                    <a:pt x="2930" y="8574"/>
                  </a:cubicBezTo>
                  <a:lnTo>
                    <a:pt x="2930" y="8955"/>
                  </a:lnTo>
                  <a:cubicBezTo>
                    <a:pt x="2930" y="9146"/>
                    <a:pt x="3073" y="9288"/>
                    <a:pt x="3263" y="9288"/>
                  </a:cubicBezTo>
                  <a:lnTo>
                    <a:pt x="6859" y="9288"/>
                  </a:lnTo>
                  <a:cubicBezTo>
                    <a:pt x="7050" y="9288"/>
                    <a:pt x="7193" y="9146"/>
                    <a:pt x="7193" y="8955"/>
                  </a:cubicBezTo>
                  <a:lnTo>
                    <a:pt x="7193" y="8574"/>
                  </a:lnTo>
                  <a:cubicBezTo>
                    <a:pt x="7193" y="8384"/>
                    <a:pt x="7050" y="8241"/>
                    <a:pt x="6859" y="8241"/>
                  </a:cubicBezTo>
                  <a:lnTo>
                    <a:pt x="6478" y="8241"/>
                  </a:lnTo>
                  <a:lnTo>
                    <a:pt x="6359" y="7002"/>
                  </a:lnTo>
                  <a:lnTo>
                    <a:pt x="9574" y="7002"/>
                  </a:lnTo>
                  <a:cubicBezTo>
                    <a:pt x="9860" y="7002"/>
                    <a:pt x="10122" y="6764"/>
                    <a:pt x="10122" y="6455"/>
                  </a:cubicBezTo>
                  <a:lnTo>
                    <a:pt x="10122" y="549"/>
                  </a:lnTo>
                  <a:cubicBezTo>
                    <a:pt x="10122" y="239"/>
                    <a:pt x="9884" y="1"/>
                    <a:pt x="9574" y="1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" name="Google Shape;2831;p94">
              <a:extLst>
                <a:ext uri="{FF2B5EF4-FFF2-40B4-BE49-F238E27FC236}">
                  <a16:creationId xmlns:a16="http://schemas.microsoft.com/office/drawing/2014/main" id="{6A25AEAC-89F0-49CB-B7BE-42F11987AD9D}"/>
                </a:ext>
              </a:extLst>
            </p:cNvPr>
            <p:cNvSpPr/>
            <p:nvPr/>
          </p:nvSpPr>
          <p:spPr>
            <a:xfrm>
              <a:off x="3420989" y="2296022"/>
              <a:ext cx="143441" cy="113382"/>
            </a:xfrm>
            <a:custGeom>
              <a:avLst/>
              <a:gdLst/>
              <a:ahLst/>
              <a:cxnLst/>
              <a:rect l="l" t="t" r="r" b="b"/>
              <a:pathLst>
                <a:path w="4264" h="3296" extrusionOk="0">
                  <a:moveTo>
                    <a:pt x="3897" y="0"/>
                  </a:moveTo>
                  <a:cubicBezTo>
                    <a:pt x="3848" y="0"/>
                    <a:pt x="3805" y="22"/>
                    <a:pt x="3787" y="57"/>
                  </a:cubicBezTo>
                  <a:lnTo>
                    <a:pt x="2835" y="1176"/>
                  </a:lnTo>
                  <a:lnTo>
                    <a:pt x="2596" y="986"/>
                  </a:lnTo>
                  <a:cubicBezTo>
                    <a:pt x="2573" y="962"/>
                    <a:pt x="2537" y="950"/>
                    <a:pt x="2501" y="950"/>
                  </a:cubicBezTo>
                  <a:cubicBezTo>
                    <a:pt x="2465" y="950"/>
                    <a:pt x="2430" y="962"/>
                    <a:pt x="2406" y="986"/>
                  </a:cubicBezTo>
                  <a:lnTo>
                    <a:pt x="1811" y="1629"/>
                  </a:lnTo>
                  <a:lnTo>
                    <a:pt x="1096" y="1367"/>
                  </a:lnTo>
                  <a:cubicBezTo>
                    <a:pt x="1084" y="1355"/>
                    <a:pt x="1066" y="1349"/>
                    <a:pt x="1045" y="1349"/>
                  </a:cubicBezTo>
                  <a:cubicBezTo>
                    <a:pt x="1025" y="1349"/>
                    <a:pt x="1001" y="1355"/>
                    <a:pt x="977" y="1367"/>
                  </a:cubicBezTo>
                  <a:lnTo>
                    <a:pt x="286" y="1772"/>
                  </a:lnTo>
                  <a:lnTo>
                    <a:pt x="286" y="462"/>
                  </a:lnTo>
                  <a:cubicBezTo>
                    <a:pt x="286" y="391"/>
                    <a:pt x="239" y="319"/>
                    <a:pt x="144" y="319"/>
                  </a:cubicBezTo>
                  <a:cubicBezTo>
                    <a:pt x="72" y="319"/>
                    <a:pt x="1" y="391"/>
                    <a:pt x="1" y="462"/>
                  </a:cubicBezTo>
                  <a:lnTo>
                    <a:pt x="1" y="3153"/>
                  </a:lnTo>
                  <a:cubicBezTo>
                    <a:pt x="1" y="3225"/>
                    <a:pt x="72" y="3296"/>
                    <a:pt x="144" y="3296"/>
                  </a:cubicBezTo>
                  <a:lnTo>
                    <a:pt x="4121" y="3296"/>
                  </a:lnTo>
                  <a:cubicBezTo>
                    <a:pt x="4192" y="3296"/>
                    <a:pt x="4263" y="3225"/>
                    <a:pt x="4263" y="3153"/>
                  </a:cubicBezTo>
                  <a:cubicBezTo>
                    <a:pt x="4263" y="3082"/>
                    <a:pt x="4216" y="3010"/>
                    <a:pt x="4121" y="3010"/>
                  </a:cubicBezTo>
                  <a:lnTo>
                    <a:pt x="4049" y="3010"/>
                  </a:lnTo>
                  <a:lnTo>
                    <a:pt x="4049" y="2200"/>
                  </a:lnTo>
                  <a:cubicBezTo>
                    <a:pt x="4049" y="2105"/>
                    <a:pt x="3978" y="2034"/>
                    <a:pt x="3906" y="2034"/>
                  </a:cubicBezTo>
                  <a:cubicBezTo>
                    <a:pt x="3811" y="2034"/>
                    <a:pt x="3739" y="2105"/>
                    <a:pt x="3739" y="2200"/>
                  </a:cubicBezTo>
                  <a:lnTo>
                    <a:pt x="3739" y="3010"/>
                  </a:lnTo>
                  <a:lnTo>
                    <a:pt x="3382" y="3010"/>
                  </a:lnTo>
                  <a:lnTo>
                    <a:pt x="3382" y="2891"/>
                  </a:lnTo>
                  <a:cubicBezTo>
                    <a:pt x="3382" y="2820"/>
                    <a:pt x="3311" y="2748"/>
                    <a:pt x="3239" y="2748"/>
                  </a:cubicBezTo>
                  <a:cubicBezTo>
                    <a:pt x="3144" y="2748"/>
                    <a:pt x="3073" y="2796"/>
                    <a:pt x="3073" y="2891"/>
                  </a:cubicBezTo>
                  <a:lnTo>
                    <a:pt x="3073" y="3010"/>
                  </a:lnTo>
                  <a:lnTo>
                    <a:pt x="2573" y="3010"/>
                  </a:lnTo>
                  <a:lnTo>
                    <a:pt x="2573" y="2891"/>
                  </a:lnTo>
                  <a:cubicBezTo>
                    <a:pt x="2573" y="2820"/>
                    <a:pt x="2525" y="2748"/>
                    <a:pt x="2430" y="2748"/>
                  </a:cubicBezTo>
                  <a:cubicBezTo>
                    <a:pt x="2358" y="2748"/>
                    <a:pt x="2287" y="2796"/>
                    <a:pt x="2287" y="2891"/>
                  </a:cubicBezTo>
                  <a:lnTo>
                    <a:pt x="2287" y="3010"/>
                  </a:lnTo>
                  <a:lnTo>
                    <a:pt x="1787" y="3010"/>
                  </a:lnTo>
                  <a:lnTo>
                    <a:pt x="1787" y="2891"/>
                  </a:lnTo>
                  <a:cubicBezTo>
                    <a:pt x="1787" y="2820"/>
                    <a:pt x="1715" y="2748"/>
                    <a:pt x="1644" y="2748"/>
                  </a:cubicBezTo>
                  <a:cubicBezTo>
                    <a:pt x="1549" y="2748"/>
                    <a:pt x="1501" y="2796"/>
                    <a:pt x="1501" y="2891"/>
                  </a:cubicBezTo>
                  <a:lnTo>
                    <a:pt x="1501" y="3010"/>
                  </a:lnTo>
                  <a:lnTo>
                    <a:pt x="1001" y="3010"/>
                  </a:lnTo>
                  <a:lnTo>
                    <a:pt x="1001" y="2891"/>
                  </a:lnTo>
                  <a:cubicBezTo>
                    <a:pt x="1001" y="2820"/>
                    <a:pt x="929" y="2748"/>
                    <a:pt x="834" y="2748"/>
                  </a:cubicBezTo>
                  <a:cubicBezTo>
                    <a:pt x="763" y="2748"/>
                    <a:pt x="691" y="2796"/>
                    <a:pt x="691" y="2891"/>
                  </a:cubicBezTo>
                  <a:lnTo>
                    <a:pt x="691" y="3010"/>
                  </a:lnTo>
                  <a:lnTo>
                    <a:pt x="286" y="3010"/>
                  </a:lnTo>
                  <a:lnTo>
                    <a:pt x="286" y="2105"/>
                  </a:lnTo>
                  <a:lnTo>
                    <a:pt x="1048" y="1653"/>
                  </a:lnTo>
                  <a:lnTo>
                    <a:pt x="1811" y="1962"/>
                  </a:lnTo>
                  <a:cubicBezTo>
                    <a:pt x="1823" y="1969"/>
                    <a:pt x="1838" y="1972"/>
                    <a:pt x="1853" y="1972"/>
                  </a:cubicBezTo>
                  <a:cubicBezTo>
                    <a:pt x="1893" y="1972"/>
                    <a:pt x="1936" y="1950"/>
                    <a:pt x="1953" y="1915"/>
                  </a:cubicBezTo>
                  <a:lnTo>
                    <a:pt x="2525" y="1296"/>
                  </a:lnTo>
                  <a:lnTo>
                    <a:pt x="2763" y="1486"/>
                  </a:lnTo>
                  <a:cubicBezTo>
                    <a:pt x="2795" y="1518"/>
                    <a:pt x="2828" y="1531"/>
                    <a:pt x="2860" y="1531"/>
                  </a:cubicBezTo>
                  <a:cubicBezTo>
                    <a:pt x="2899" y="1531"/>
                    <a:pt x="2938" y="1512"/>
                    <a:pt x="2977" y="1486"/>
                  </a:cubicBezTo>
                  <a:lnTo>
                    <a:pt x="3739" y="557"/>
                  </a:lnTo>
                  <a:lnTo>
                    <a:pt x="3739" y="1534"/>
                  </a:lnTo>
                  <a:cubicBezTo>
                    <a:pt x="3739" y="1629"/>
                    <a:pt x="3811" y="1677"/>
                    <a:pt x="3882" y="1677"/>
                  </a:cubicBezTo>
                  <a:cubicBezTo>
                    <a:pt x="3978" y="1677"/>
                    <a:pt x="4049" y="1629"/>
                    <a:pt x="4049" y="1534"/>
                  </a:cubicBezTo>
                  <a:lnTo>
                    <a:pt x="4049" y="152"/>
                  </a:lnTo>
                  <a:cubicBezTo>
                    <a:pt x="4049" y="81"/>
                    <a:pt x="4001" y="33"/>
                    <a:pt x="3954" y="10"/>
                  </a:cubicBezTo>
                  <a:cubicBezTo>
                    <a:pt x="3935" y="3"/>
                    <a:pt x="3916" y="0"/>
                    <a:pt x="389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" name="Google Shape;2832;p94">
              <a:extLst>
                <a:ext uri="{FF2B5EF4-FFF2-40B4-BE49-F238E27FC236}">
                  <a16:creationId xmlns:a16="http://schemas.microsoft.com/office/drawing/2014/main" id="{3504136F-174E-465D-95D8-13EE2C34474F}"/>
                </a:ext>
              </a:extLst>
            </p:cNvPr>
            <p:cNvSpPr/>
            <p:nvPr/>
          </p:nvSpPr>
          <p:spPr>
            <a:xfrm>
              <a:off x="3451433" y="2319276"/>
              <a:ext cx="9655" cy="13966"/>
            </a:xfrm>
            <a:custGeom>
              <a:avLst/>
              <a:gdLst/>
              <a:ahLst/>
              <a:cxnLst/>
              <a:rect l="l" t="t" r="r" b="b"/>
              <a:pathLst>
                <a:path w="287" h="406" extrusionOk="0">
                  <a:moveTo>
                    <a:pt x="143" y="0"/>
                  </a:moveTo>
                  <a:cubicBezTo>
                    <a:pt x="72" y="0"/>
                    <a:pt x="1" y="72"/>
                    <a:pt x="1" y="167"/>
                  </a:cubicBezTo>
                  <a:lnTo>
                    <a:pt x="1" y="262"/>
                  </a:lnTo>
                  <a:cubicBezTo>
                    <a:pt x="1" y="358"/>
                    <a:pt x="72" y="405"/>
                    <a:pt x="143" y="405"/>
                  </a:cubicBezTo>
                  <a:cubicBezTo>
                    <a:pt x="239" y="405"/>
                    <a:pt x="286" y="358"/>
                    <a:pt x="286" y="262"/>
                  </a:cubicBezTo>
                  <a:lnTo>
                    <a:pt x="286" y="167"/>
                  </a:lnTo>
                  <a:cubicBezTo>
                    <a:pt x="286" y="72"/>
                    <a:pt x="239" y="0"/>
                    <a:pt x="143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" name="Google Shape;2833;p94">
              <a:extLst>
                <a:ext uri="{FF2B5EF4-FFF2-40B4-BE49-F238E27FC236}">
                  <a16:creationId xmlns:a16="http://schemas.microsoft.com/office/drawing/2014/main" id="{1A03FD0C-7738-4A35-B44B-4D9C0E75CBAB}"/>
                </a:ext>
              </a:extLst>
            </p:cNvPr>
            <p:cNvSpPr/>
            <p:nvPr/>
          </p:nvSpPr>
          <p:spPr>
            <a:xfrm>
              <a:off x="3500312" y="2305344"/>
              <a:ext cx="10428" cy="13966"/>
            </a:xfrm>
            <a:custGeom>
              <a:avLst/>
              <a:gdLst/>
              <a:ahLst/>
              <a:cxnLst/>
              <a:rect l="l" t="t" r="r" b="b"/>
              <a:pathLst>
                <a:path w="310" h="406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lnTo>
                    <a:pt x="0" y="262"/>
                  </a:lnTo>
                  <a:cubicBezTo>
                    <a:pt x="0" y="334"/>
                    <a:pt x="72" y="405"/>
                    <a:pt x="143" y="405"/>
                  </a:cubicBezTo>
                  <a:cubicBezTo>
                    <a:pt x="238" y="405"/>
                    <a:pt x="310" y="334"/>
                    <a:pt x="310" y="262"/>
                  </a:cubicBezTo>
                  <a:lnTo>
                    <a:pt x="310" y="143"/>
                  </a:lnTo>
                  <a:cubicBezTo>
                    <a:pt x="310" y="72"/>
                    <a:pt x="238" y="1"/>
                    <a:pt x="143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" name="Google Shape;2834;p94">
              <a:extLst>
                <a:ext uri="{FF2B5EF4-FFF2-40B4-BE49-F238E27FC236}">
                  <a16:creationId xmlns:a16="http://schemas.microsoft.com/office/drawing/2014/main" id="{66009B1B-C6FD-49B8-8022-7BA95FBA9273}"/>
                </a:ext>
              </a:extLst>
            </p:cNvPr>
            <p:cNvSpPr/>
            <p:nvPr/>
          </p:nvSpPr>
          <p:spPr>
            <a:xfrm>
              <a:off x="3546769" y="2275038"/>
              <a:ext cx="10462" cy="13966"/>
            </a:xfrm>
            <a:custGeom>
              <a:avLst/>
              <a:gdLst/>
              <a:ahLst/>
              <a:cxnLst/>
              <a:rect l="l" t="t" r="r" b="b"/>
              <a:pathLst>
                <a:path w="311" h="406" extrusionOk="0">
                  <a:moveTo>
                    <a:pt x="167" y="0"/>
                  </a:moveTo>
                  <a:cubicBezTo>
                    <a:pt x="72" y="0"/>
                    <a:pt x="0" y="48"/>
                    <a:pt x="0" y="143"/>
                  </a:cubicBezTo>
                  <a:lnTo>
                    <a:pt x="0" y="239"/>
                  </a:lnTo>
                  <a:cubicBezTo>
                    <a:pt x="0" y="334"/>
                    <a:pt x="72" y="405"/>
                    <a:pt x="167" y="405"/>
                  </a:cubicBezTo>
                  <a:cubicBezTo>
                    <a:pt x="239" y="405"/>
                    <a:pt x="310" y="334"/>
                    <a:pt x="310" y="239"/>
                  </a:cubicBezTo>
                  <a:lnTo>
                    <a:pt x="310" y="143"/>
                  </a:lnTo>
                  <a:cubicBezTo>
                    <a:pt x="310" y="48"/>
                    <a:pt x="239" y="0"/>
                    <a:pt x="16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" name="Google Shape;2835;p94">
              <a:extLst>
                <a:ext uri="{FF2B5EF4-FFF2-40B4-BE49-F238E27FC236}">
                  <a16:creationId xmlns:a16="http://schemas.microsoft.com/office/drawing/2014/main" id="{842A40FB-E85F-45B5-A562-0F31875BC8DD}"/>
                </a:ext>
              </a:extLst>
            </p:cNvPr>
            <p:cNvSpPr/>
            <p:nvPr/>
          </p:nvSpPr>
          <p:spPr>
            <a:xfrm>
              <a:off x="3420989" y="2260280"/>
              <a:ext cx="27282" cy="9873"/>
            </a:xfrm>
            <a:custGeom>
              <a:avLst/>
              <a:gdLst/>
              <a:ahLst/>
              <a:cxnLst/>
              <a:rect l="l" t="t" r="r" b="b"/>
              <a:pathLst>
                <a:path w="811" h="287" extrusionOk="0">
                  <a:moveTo>
                    <a:pt x="144" y="1"/>
                  </a:moveTo>
                  <a:cubicBezTo>
                    <a:pt x="72" y="1"/>
                    <a:pt x="1" y="72"/>
                    <a:pt x="1" y="144"/>
                  </a:cubicBezTo>
                  <a:cubicBezTo>
                    <a:pt x="1" y="239"/>
                    <a:pt x="72" y="287"/>
                    <a:pt x="144" y="287"/>
                  </a:cubicBezTo>
                  <a:lnTo>
                    <a:pt x="667" y="287"/>
                  </a:lnTo>
                  <a:cubicBezTo>
                    <a:pt x="739" y="287"/>
                    <a:pt x="810" y="239"/>
                    <a:pt x="810" y="144"/>
                  </a:cubicBezTo>
                  <a:cubicBezTo>
                    <a:pt x="810" y="72"/>
                    <a:pt x="739" y="1"/>
                    <a:pt x="66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" name="Google Shape;2836;p94">
              <a:extLst>
                <a:ext uri="{FF2B5EF4-FFF2-40B4-BE49-F238E27FC236}">
                  <a16:creationId xmlns:a16="http://schemas.microsoft.com/office/drawing/2014/main" id="{543973E7-B229-4280-95BA-F224FDE6583D}"/>
                </a:ext>
              </a:extLst>
            </p:cNvPr>
            <p:cNvSpPr/>
            <p:nvPr/>
          </p:nvSpPr>
          <p:spPr>
            <a:xfrm>
              <a:off x="3420989" y="2279131"/>
              <a:ext cx="47298" cy="10698"/>
            </a:xfrm>
            <a:custGeom>
              <a:avLst/>
              <a:gdLst/>
              <a:ahLst/>
              <a:cxnLst/>
              <a:rect l="l" t="t" r="r" b="b"/>
              <a:pathLst>
                <a:path w="1406" h="311" extrusionOk="0">
                  <a:moveTo>
                    <a:pt x="144" y="0"/>
                  </a:moveTo>
                  <a:cubicBezTo>
                    <a:pt x="72" y="0"/>
                    <a:pt x="1" y="72"/>
                    <a:pt x="1" y="143"/>
                  </a:cubicBezTo>
                  <a:cubicBezTo>
                    <a:pt x="1" y="239"/>
                    <a:pt x="72" y="310"/>
                    <a:pt x="144" y="310"/>
                  </a:cubicBezTo>
                  <a:lnTo>
                    <a:pt x="1239" y="310"/>
                  </a:lnTo>
                  <a:cubicBezTo>
                    <a:pt x="1334" y="310"/>
                    <a:pt x="1406" y="239"/>
                    <a:pt x="1406" y="143"/>
                  </a:cubicBezTo>
                  <a:cubicBezTo>
                    <a:pt x="1406" y="72"/>
                    <a:pt x="1334" y="0"/>
                    <a:pt x="1239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" name="Google Shape;2837;p94">
              <a:extLst>
                <a:ext uri="{FF2B5EF4-FFF2-40B4-BE49-F238E27FC236}">
                  <a16:creationId xmlns:a16="http://schemas.microsoft.com/office/drawing/2014/main" id="{41575783-12EF-40FC-B478-EC50906BBB87}"/>
                </a:ext>
              </a:extLst>
            </p:cNvPr>
            <p:cNvSpPr/>
            <p:nvPr/>
          </p:nvSpPr>
          <p:spPr>
            <a:xfrm>
              <a:off x="3640490" y="2276689"/>
              <a:ext cx="31285" cy="54077"/>
            </a:xfrm>
            <a:custGeom>
              <a:avLst/>
              <a:gdLst/>
              <a:ahLst/>
              <a:cxnLst/>
              <a:rect l="l" t="t" r="r" b="b"/>
              <a:pathLst>
                <a:path w="930" h="1572" extrusionOk="0">
                  <a:moveTo>
                    <a:pt x="453" y="0"/>
                  </a:moveTo>
                  <a:cubicBezTo>
                    <a:pt x="382" y="0"/>
                    <a:pt x="310" y="48"/>
                    <a:pt x="310" y="143"/>
                  </a:cubicBezTo>
                  <a:lnTo>
                    <a:pt x="310" y="167"/>
                  </a:lnTo>
                  <a:cubicBezTo>
                    <a:pt x="144" y="214"/>
                    <a:pt x="1" y="357"/>
                    <a:pt x="1" y="548"/>
                  </a:cubicBezTo>
                  <a:cubicBezTo>
                    <a:pt x="1" y="762"/>
                    <a:pt x="167" y="929"/>
                    <a:pt x="382" y="929"/>
                  </a:cubicBezTo>
                  <a:lnTo>
                    <a:pt x="525" y="929"/>
                  </a:lnTo>
                  <a:cubicBezTo>
                    <a:pt x="572" y="929"/>
                    <a:pt x="620" y="976"/>
                    <a:pt x="620" y="1024"/>
                  </a:cubicBezTo>
                  <a:cubicBezTo>
                    <a:pt x="620" y="1072"/>
                    <a:pt x="572" y="1119"/>
                    <a:pt x="525" y="1119"/>
                  </a:cubicBezTo>
                  <a:lnTo>
                    <a:pt x="382" y="1119"/>
                  </a:lnTo>
                  <a:cubicBezTo>
                    <a:pt x="358" y="1119"/>
                    <a:pt x="310" y="1095"/>
                    <a:pt x="310" y="1048"/>
                  </a:cubicBezTo>
                  <a:cubicBezTo>
                    <a:pt x="293" y="994"/>
                    <a:pt x="234" y="967"/>
                    <a:pt x="176" y="967"/>
                  </a:cubicBezTo>
                  <a:cubicBezTo>
                    <a:pt x="157" y="967"/>
                    <a:pt x="138" y="970"/>
                    <a:pt x="120" y="976"/>
                  </a:cubicBezTo>
                  <a:cubicBezTo>
                    <a:pt x="48" y="1024"/>
                    <a:pt x="1" y="1095"/>
                    <a:pt x="48" y="1167"/>
                  </a:cubicBezTo>
                  <a:cubicBezTo>
                    <a:pt x="96" y="1286"/>
                    <a:pt x="191" y="1381"/>
                    <a:pt x="310" y="1405"/>
                  </a:cubicBezTo>
                  <a:cubicBezTo>
                    <a:pt x="310" y="1500"/>
                    <a:pt x="382" y="1572"/>
                    <a:pt x="453" y="1572"/>
                  </a:cubicBezTo>
                  <a:cubicBezTo>
                    <a:pt x="549" y="1572"/>
                    <a:pt x="620" y="1500"/>
                    <a:pt x="620" y="1405"/>
                  </a:cubicBezTo>
                  <a:cubicBezTo>
                    <a:pt x="787" y="1357"/>
                    <a:pt x="930" y="1215"/>
                    <a:pt x="930" y="1024"/>
                  </a:cubicBezTo>
                  <a:cubicBezTo>
                    <a:pt x="930" y="810"/>
                    <a:pt x="739" y="643"/>
                    <a:pt x="525" y="643"/>
                  </a:cubicBezTo>
                  <a:lnTo>
                    <a:pt x="382" y="643"/>
                  </a:lnTo>
                  <a:cubicBezTo>
                    <a:pt x="334" y="643"/>
                    <a:pt x="310" y="595"/>
                    <a:pt x="310" y="548"/>
                  </a:cubicBezTo>
                  <a:cubicBezTo>
                    <a:pt x="310" y="500"/>
                    <a:pt x="334" y="453"/>
                    <a:pt x="382" y="453"/>
                  </a:cubicBezTo>
                  <a:lnTo>
                    <a:pt x="525" y="453"/>
                  </a:lnTo>
                  <a:cubicBezTo>
                    <a:pt x="572" y="453"/>
                    <a:pt x="596" y="476"/>
                    <a:pt x="620" y="500"/>
                  </a:cubicBezTo>
                  <a:cubicBezTo>
                    <a:pt x="635" y="546"/>
                    <a:pt x="681" y="573"/>
                    <a:pt x="730" y="573"/>
                  </a:cubicBezTo>
                  <a:cubicBezTo>
                    <a:pt x="757" y="573"/>
                    <a:pt x="785" y="565"/>
                    <a:pt x="810" y="548"/>
                  </a:cubicBezTo>
                  <a:cubicBezTo>
                    <a:pt x="882" y="500"/>
                    <a:pt x="906" y="405"/>
                    <a:pt x="858" y="333"/>
                  </a:cubicBezTo>
                  <a:cubicBezTo>
                    <a:pt x="787" y="238"/>
                    <a:pt x="715" y="191"/>
                    <a:pt x="620" y="167"/>
                  </a:cubicBezTo>
                  <a:lnTo>
                    <a:pt x="620" y="143"/>
                  </a:lnTo>
                  <a:cubicBezTo>
                    <a:pt x="620" y="48"/>
                    <a:pt x="549" y="0"/>
                    <a:pt x="453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" name="Google Shape;2838;p94">
              <a:extLst>
                <a:ext uri="{FF2B5EF4-FFF2-40B4-BE49-F238E27FC236}">
                  <a16:creationId xmlns:a16="http://schemas.microsoft.com/office/drawing/2014/main" id="{6F0CCC03-3E72-49CA-80F0-A626E2390658}"/>
                </a:ext>
              </a:extLst>
            </p:cNvPr>
            <p:cNvSpPr/>
            <p:nvPr/>
          </p:nvSpPr>
          <p:spPr>
            <a:xfrm>
              <a:off x="3614049" y="2260280"/>
              <a:ext cx="84167" cy="86069"/>
            </a:xfrm>
            <a:custGeom>
              <a:avLst/>
              <a:gdLst/>
              <a:ahLst/>
              <a:cxnLst/>
              <a:rect l="l" t="t" r="r" b="b"/>
              <a:pathLst>
                <a:path w="2502" h="2502" extrusionOk="0">
                  <a:moveTo>
                    <a:pt x="1239" y="287"/>
                  </a:moveTo>
                  <a:cubicBezTo>
                    <a:pt x="1763" y="287"/>
                    <a:pt x="2216" y="715"/>
                    <a:pt x="2216" y="1263"/>
                  </a:cubicBezTo>
                  <a:cubicBezTo>
                    <a:pt x="2216" y="1787"/>
                    <a:pt x="1787" y="2215"/>
                    <a:pt x="1239" y="2215"/>
                  </a:cubicBezTo>
                  <a:cubicBezTo>
                    <a:pt x="715" y="2215"/>
                    <a:pt x="287" y="1787"/>
                    <a:pt x="287" y="1263"/>
                  </a:cubicBezTo>
                  <a:cubicBezTo>
                    <a:pt x="287" y="715"/>
                    <a:pt x="715" y="287"/>
                    <a:pt x="1239" y="287"/>
                  </a:cubicBezTo>
                  <a:close/>
                  <a:moveTo>
                    <a:pt x="1239" y="1"/>
                  </a:moveTo>
                  <a:cubicBezTo>
                    <a:pt x="549" y="1"/>
                    <a:pt x="1" y="548"/>
                    <a:pt x="1" y="1239"/>
                  </a:cubicBezTo>
                  <a:cubicBezTo>
                    <a:pt x="1" y="1954"/>
                    <a:pt x="549" y="2501"/>
                    <a:pt x="1239" y="2501"/>
                  </a:cubicBezTo>
                  <a:cubicBezTo>
                    <a:pt x="1930" y="2501"/>
                    <a:pt x="2501" y="1954"/>
                    <a:pt x="2501" y="1239"/>
                  </a:cubicBezTo>
                  <a:cubicBezTo>
                    <a:pt x="2501" y="572"/>
                    <a:pt x="1930" y="1"/>
                    <a:pt x="1239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" name="Google Shape;2839;p94">
              <a:extLst>
                <a:ext uri="{FF2B5EF4-FFF2-40B4-BE49-F238E27FC236}">
                  <a16:creationId xmlns:a16="http://schemas.microsoft.com/office/drawing/2014/main" id="{18635451-A733-4CC9-B50F-300CE78CFF2E}"/>
                </a:ext>
              </a:extLst>
            </p:cNvPr>
            <p:cNvSpPr/>
            <p:nvPr/>
          </p:nvSpPr>
          <p:spPr>
            <a:xfrm>
              <a:off x="3610046" y="2358595"/>
              <a:ext cx="45717" cy="10698"/>
            </a:xfrm>
            <a:custGeom>
              <a:avLst/>
              <a:gdLst/>
              <a:ahLst/>
              <a:cxnLst/>
              <a:rect l="l" t="t" r="r" b="b"/>
              <a:pathLst>
                <a:path w="1359" h="311" extrusionOk="0">
                  <a:moveTo>
                    <a:pt x="144" y="0"/>
                  </a:moveTo>
                  <a:cubicBezTo>
                    <a:pt x="48" y="0"/>
                    <a:pt x="1" y="72"/>
                    <a:pt x="1" y="143"/>
                  </a:cubicBezTo>
                  <a:cubicBezTo>
                    <a:pt x="1" y="239"/>
                    <a:pt x="48" y="310"/>
                    <a:pt x="144" y="310"/>
                  </a:cubicBezTo>
                  <a:lnTo>
                    <a:pt x="1215" y="310"/>
                  </a:lnTo>
                  <a:cubicBezTo>
                    <a:pt x="1287" y="310"/>
                    <a:pt x="1358" y="239"/>
                    <a:pt x="1358" y="143"/>
                  </a:cubicBezTo>
                  <a:cubicBezTo>
                    <a:pt x="1358" y="72"/>
                    <a:pt x="1311" y="0"/>
                    <a:pt x="1215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" name="Google Shape;2840;p94">
              <a:extLst>
                <a:ext uri="{FF2B5EF4-FFF2-40B4-BE49-F238E27FC236}">
                  <a16:creationId xmlns:a16="http://schemas.microsoft.com/office/drawing/2014/main" id="{26780036-310A-4D31-A416-A5EB695F5FF5}"/>
                </a:ext>
              </a:extLst>
            </p:cNvPr>
            <p:cNvSpPr/>
            <p:nvPr/>
          </p:nvSpPr>
          <p:spPr>
            <a:xfrm>
              <a:off x="3671742" y="2379063"/>
              <a:ext cx="25667" cy="9873"/>
            </a:xfrm>
            <a:custGeom>
              <a:avLst/>
              <a:gdLst/>
              <a:ahLst/>
              <a:cxnLst/>
              <a:rect l="l" t="t" r="r" b="b"/>
              <a:pathLst>
                <a:path w="763" h="287" extrusionOk="0">
                  <a:moveTo>
                    <a:pt x="143" y="1"/>
                  </a:moveTo>
                  <a:cubicBezTo>
                    <a:pt x="48" y="1"/>
                    <a:pt x="1" y="48"/>
                    <a:pt x="1" y="144"/>
                  </a:cubicBezTo>
                  <a:cubicBezTo>
                    <a:pt x="1" y="215"/>
                    <a:pt x="48" y="287"/>
                    <a:pt x="143" y="287"/>
                  </a:cubicBezTo>
                  <a:lnTo>
                    <a:pt x="596" y="287"/>
                  </a:lnTo>
                  <a:cubicBezTo>
                    <a:pt x="691" y="287"/>
                    <a:pt x="763" y="215"/>
                    <a:pt x="763" y="144"/>
                  </a:cubicBezTo>
                  <a:cubicBezTo>
                    <a:pt x="763" y="72"/>
                    <a:pt x="691" y="1"/>
                    <a:pt x="596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" name="Google Shape;2841;p94">
              <a:extLst>
                <a:ext uri="{FF2B5EF4-FFF2-40B4-BE49-F238E27FC236}">
                  <a16:creationId xmlns:a16="http://schemas.microsoft.com/office/drawing/2014/main" id="{76A8C9FE-70F9-46C6-890D-45DD60BFE8B2}"/>
                </a:ext>
              </a:extLst>
            </p:cNvPr>
            <p:cNvSpPr/>
            <p:nvPr/>
          </p:nvSpPr>
          <p:spPr>
            <a:xfrm>
              <a:off x="3610046" y="2379063"/>
              <a:ext cx="28897" cy="9873"/>
            </a:xfrm>
            <a:custGeom>
              <a:avLst/>
              <a:gdLst/>
              <a:ahLst/>
              <a:cxnLst/>
              <a:rect l="l" t="t" r="r" b="b"/>
              <a:pathLst>
                <a:path w="859" h="287" extrusionOk="0">
                  <a:moveTo>
                    <a:pt x="144" y="1"/>
                  </a:moveTo>
                  <a:cubicBezTo>
                    <a:pt x="48" y="1"/>
                    <a:pt x="1" y="48"/>
                    <a:pt x="1" y="144"/>
                  </a:cubicBezTo>
                  <a:cubicBezTo>
                    <a:pt x="1" y="215"/>
                    <a:pt x="48" y="287"/>
                    <a:pt x="144" y="287"/>
                  </a:cubicBezTo>
                  <a:lnTo>
                    <a:pt x="715" y="287"/>
                  </a:lnTo>
                  <a:cubicBezTo>
                    <a:pt x="787" y="287"/>
                    <a:pt x="858" y="215"/>
                    <a:pt x="858" y="144"/>
                  </a:cubicBezTo>
                  <a:cubicBezTo>
                    <a:pt x="858" y="72"/>
                    <a:pt x="811" y="1"/>
                    <a:pt x="7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" name="Google Shape;2842;p94">
              <a:extLst>
                <a:ext uri="{FF2B5EF4-FFF2-40B4-BE49-F238E27FC236}">
                  <a16:creationId xmlns:a16="http://schemas.microsoft.com/office/drawing/2014/main" id="{97FED165-3DBA-426F-92BB-B0C3DB516285}"/>
                </a:ext>
              </a:extLst>
            </p:cNvPr>
            <p:cNvSpPr/>
            <p:nvPr/>
          </p:nvSpPr>
          <p:spPr>
            <a:xfrm>
              <a:off x="3646108" y="2379063"/>
              <a:ext cx="19276" cy="9873"/>
            </a:xfrm>
            <a:custGeom>
              <a:avLst/>
              <a:gdLst/>
              <a:ahLst/>
              <a:cxnLst/>
              <a:rect l="l" t="t" r="r" b="b"/>
              <a:pathLst>
                <a:path w="573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7"/>
                    <a:pt x="143" y="287"/>
                  </a:cubicBezTo>
                  <a:lnTo>
                    <a:pt x="429" y="287"/>
                  </a:lnTo>
                  <a:cubicBezTo>
                    <a:pt x="501" y="287"/>
                    <a:pt x="572" y="215"/>
                    <a:pt x="572" y="144"/>
                  </a:cubicBezTo>
                  <a:cubicBezTo>
                    <a:pt x="572" y="72"/>
                    <a:pt x="501" y="1"/>
                    <a:pt x="429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" name="Google Shape;2843;p94">
              <a:extLst>
                <a:ext uri="{FF2B5EF4-FFF2-40B4-BE49-F238E27FC236}">
                  <a16:creationId xmlns:a16="http://schemas.microsoft.com/office/drawing/2014/main" id="{386E4A42-856C-4795-ABCB-63A7928B33C3}"/>
                </a:ext>
              </a:extLst>
            </p:cNvPr>
            <p:cNvSpPr/>
            <p:nvPr/>
          </p:nvSpPr>
          <p:spPr>
            <a:xfrm>
              <a:off x="3610046" y="2398740"/>
              <a:ext cx="86556" cy="10664"/>
            </a:xfrm>
            <a:custGeom>
              <a:avLst/>
              <a:gdLst/>
              <a:ahLst/>
              <a:cxnLst/>
              <a:rect l="l" t="t" r="r" b="b"/>
              <a:pathLst>
                <a:path w="2573" h="310" extrusionOk="0">
                  <a:moveTo>
                    <a:pt x="144" y="0"/>
                  </a:moveTo>
                  <a:cubicBezTo>
                    <a:pt x="48" y="0"/>
                    <a:pt x="1" y="72"/>
                    <a:pt x="1" y="143"/>
                  </a:cubicBezTo>
                  <a:cubicBezTo>
                    <a:pt x="1" y="239"/>
                    <a:pt x="48" y="310"/>
                    <a:pt x="144" y="310"/>
                  </a:cubicBezTo>
                  <a:lnTo>
                    <a:pt x="2430" y="310"/>
                  </a:lnTo>
                  <a:cubicBezTo>
                    <a:pt x="2525" y="310"/>
                    <a:pt x="2573" y="239"/>
                    <a:pt x="2573" y="143"/>
                  </a:cubicBezTo>
                  <a:cubicBezTo>
                    <a:pt x="2573" y="72"/>
                    <a:pt x="2525" y="0"/>
                    <a:pt x="2430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80" name="Google Shape;2818;p94">
            <a:extLst>
              <a:ext uri="{FF2B5EF4-FFF2-40B4-BE49-F238E27FC236}">
                <a16:creationId xmlns:a16="http://schemas.microsoft.com/office/drawing/2014/main" id="{C0241749-B161-4D51-AE4A-9F151E800A9E}"/>
              </a:ext>
            </a:extLst>
          </p:cNvPr>
          <p:cNvGrpSpPr/>
          <p:nvPr/>
        </p:nvGrpSpPr>
        <p:grpSpPr>
          <a:xfrm>
            <a:off x="5710488" y="1722647"/>
            <a:ext cx="738531" cy="731528"/>
            <a:chOff x="4078718" y="2222819"/>
            <a:chExt cx="340504" cy="339803"/>
          </a:xfrm>
        </p:grpSpPr>
        <p:sp>
          <p:nvSpPr>
            <p:cNvPr id="84" name="Google Shape;2819;p94">
              <a:extLst>
                <a:ext uri="{FF2B5EF4-FFF2-40B4-BE49-F238E27FC236}">
                  <a16:creationId xmlns:a16="http://schemas.microsoft.com/office/drawing/2014/main" id="{148574C2-EBD4-4199-9829-8DFDEA9C78B4}"/>
                </a:ext>
              </a:extLst>
            </p:cNvPr>
            <p:cNvSpPr/>
            <p:nvPr/>
          </p:nvSpPr>
          <p:spPr>
            <a:xfrm>
              <a:off x="4267775" y="2311674"/>
              <a:ext cx="17661" cy="13382"/>
            </a:xfrm>
            <a:custGeom>
              <a:avLst/>
              <a:gdLst/>
              <a:ahLst/>
              <a:cxnLst/>
              <a:rect l="l" t="t" r="r" b="b"/>
              <a:pathLst>
                <a:path w="525" h="389" extrusionOk="0">
                  <a:moveTo>
                    <a:pt x="348" y="1"/>
                  </a:moveTo>
                  <a:cubicBezTo>
                    <a:pt x="335" y="1"/>
                    <a:pt x="323" y="3"/>
                    <a:pt x="310" y="7"/>
                  </a:cubicBezTo>
                  <a:lnTo>
                    <a:pt x="96" y="102"/>
                  </a:lnTo>
                  <a:cubicBezTo>
                    <a:pt x="24" y="126"/>
                    <a:pt x="1" y="221"/>
                    <a:pt x="24" y="293"/>
                  </a:cubicBezTo>
                  <a:cubicBezTo>
                    <a:pt x="48" y="340"/>
                    <a:pt x="96" y="388"/>
                    <a:pt x="143" y="388"/>
                  </a:cubicBezTo>
                  <a:cubicBezTo>
                    <a:pt x="167" y="388"/>
                    <a:pt x="191" y="388"/>
                    <a:pt x="215" y="364"/>
                  </a:cubicBezTo>
                  <a:lnTo>
                    <a:pt x="405" y="293"/>
                  </a:lnTo>
                  <a:cubicBezTo>
                    <a:pt x="477" y="269"/>
                    <a:pt x="524" y="174"/>
                    <a:pt x="501" y="102"/>
                  </a:cubicBezTo>
                  <a:cubicBezTo>
                    <a:pt x="461" y="44"/>
                    <a:pt x="406" y="1"/>
                    <a:pt x="34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" name="Google Shape;2820;p94">
              <a:extLst>
                <a:ext uri="{FF2B5EF4-FFF2-40B4-BE49-F238E27FC236}">
                  <a16:creationId xmlns:a16="http://schemas.microsoft.com/office/drawing/2014/main" id="{57E0AF51-B6FC-41BD-911C-FDDBED10DCD6}"/>
                </a:ext>
              </a:extLst>
            </p:cNvPr>
            <p:cNvSpPr/>
            <p:nvPr/>
          </p:nvSpPr>
          <p:spPr>
            <a:xfrm>
              <a:off x="4257347" y="2292719"/>
              <a:ext cx="16080" cy="15927"/>
            </a:xfrm>
            <a:custGeom>
              <a:avLst/>
              <a:gdLst/>
              <a:ahLst/>
              <a:cxnLst/>
              <a:rect l="l" t="t" r="r" b="b"/>
              <a:pathLst>
                <a:path w="478" h="463" extrusionOk="0">
                  <a:moveTo>
                    <a:pt x="298" y="1"/>
                  </a:moveTo>
                  <a:cubicBezTo>
                    <a:pt x="258" y="1"/>
                    <a:pt x="218" y="19"/>
                    <a:pt x="191" y="58"/>
                  </a:cubicBezTo>
                  <a:lnTo>
                    <a:pt x="49" y="225"/>
                  </a:lnTo>
                  <a:cubicBezTo>
                    <a:pt x="1" y="296"/>
                    <a:pt x="25" y="391"/>
                    <a:pt x="96" y="439"/>
                  </a:cubicBezTo>
                  <a:cubicBezTo>
                    <a:pt x="120" y="463"/>
                    <a:pt x="144" y="463"/>
                    <a:pt x="168" y="463"/>
                  </a:cubicBezTo>
                  <a:cubicBezTo>
                    <a:pt x="215" y="463"/>
                    <a:pt x="263" y="439"/>
                    <a:pt x="287" y="415"/>
                  </a:cubicBezTo>
                  <a:lnTo>
                    <a:pt x="430" y="225"/>
                  </a:lnTo>
                  <a:cubicBezTo>
                    <a:pt x="477" y="177"/>
                    <a:pt x="453" y="82"/>
                    <a:pt x="382" y="34"/>
                  </a:cubicBezTo>
                  <a:cubicBezTo>
                    <a:pt x="361" y="13"/>
                    <a:pt x="330" y="1"/>
                    <a:pt x="29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" name="Google Shape;2821;p94">
              <a:extLst>
                <a:ext uri="{FF2B5EF4-FFF2-40B4-BE49-F238E27FC236}">
                  <a16:creationId xmlns:a16="http://schemas.microsoft.com/office/drawing/2014/main" id="{57B8954A-C826-4A9B-B657-89922358B024}"/>
                </a:ext>
              </a:extLst>
            </p:cNvPr>
            <p:cNvSpPr/>
            <p:nvPr/>
          </p:nvSpPr>
          <p:spPr>
            <a:xfrm>
              <a:off x="4271778" y="2333208"/>
              <a:ext cx="17661" cy="11490"/>
            </a:xfrm>
            <a:custGeom>
              <a:avLst/>
              <a:gdLst/>
              <a:ahLst/>
              <a:cxnLst/>
              <a:rect l="l" t="t" r="r" b="b"/>
              <a:pathLst>
                <a:path w="525" h="334" extrusionOk="0">
                  <a:moveTo>
                    <a:pt x="191" y="0"/>
                  </a:moveTo>
                  <a:cubicBezTo>
                    <a:pt x="96" y="0"/>
                    <a:pt x="24" y="48"/>
                    <a:pt x="24" y="119"/>
                  </a:cubicBezTo>
                  <a:cubicBezTo>
                    <a:pt x="1" y="215"/>
                    <a:pt x="48" y="286"/>
                    <a:pt x="143" y="286"/>
                  </a:cubicBezTo>
                  <a:lnTo>
                    <a:pt x="358" y="334"/>
                  </a:lnTo>
                  <a:lnTo>
                    <a:pt x="382" y="334"/>
                  </a:lnTo>
                  <a:cubicBezTo>
                    <a:pt x="453" y="334"/>
                    <a:pt x="501" y="286"/>
                    <a:pt x="525" y="215"/>
                  </a:cubicBezTo>
                  <a:cubicBezTo>
                    <a:pt x="525" y="119"/>
                    <a:pt x="477" y="48"/>
                    <a:pt x="405" y="48"/>
                  </a:cubicBezTo>
                  <a:lnTo>
                    <a:pt x="191" y="0"/>
                  </a:ln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" name="Google Shape;2822;p94">
              <a:extLst>
                <a:ext uri="{FF2B5EF4-FFF2-40B4-BE49-F238E27FC236}">
                  <a16:creationId xmlns:a16="http://schemas.microsoft.com/office/drawing/2014/main" id="{0E034DD0-4B55-4B91-A037-3246A0A29407}"/>
                </a:ext>
              </a:extLst>
            </p:cNvPr>
            <p:cNvSpPr/>
            <p:nvPr/>
          </p:nvSpPr>
          <p:spPr>
            <a:xfrm>
              <a:off x="4078718" y="2222819"/>
              <a:ext cx="340504" cy="339803"/>
            </a:xfrm>
            <a:custGeom>
              <a:avLst/>
              <a:gdLst/>
              <a:ahLst/>
              <a:cxnLst/>
              <a:rect l="l" t="t" r="r" b="b"/>
              <a:pathLst>
                <a:path w="10122" h="9878" extrusionOk="0">
                  <a:moveTo>
                    <a:pt x="4787" y="423"/>
                  </a:moveTo>
                  <a:lnTo>
                    <a:pt x="6168" y="994"/>
                  </a:lnTo>
                  <a:lnTo>
                    <a:pt x="5240" y="1376"/>
                  </a:lnTo>
                  <a:cubicBezTo>
                    <a:pt x="5233" y="1382"/>
                    <a:pt x="5226" y="1385"/>
                    <a:pt x="5219" y="1385"/>
                  </a:cubicBezTo>
                  <a:cubicBezTo>
                    <a:pt x="5202" y="1385"/>
                    <a:pt x="5185" y="1369"/>
                    <a:pt x="5168" y="1352"/>
                  </a:cubicBezTo>
                  <a:lnTo>
                    <a:pt x="4787" y="423"/>
                  </a:lnTo>
                  <a:close/>
                  <a:moveTo>
                    <a:pt x="8216" y="2066"/>
                  </a:moveTo>
                  <a:cubicBezTo>
                    <a:pt x="8264" y="2066"/>
                    <a:pt x="8312" y="2090"/>
                    <a:pt x="8312" y="2138"/>
                  </a:cubicBezTo>
                  <a:lnTo>
                    <a:pt x="8312" y="2566"/>
                  </a:lnTo>
                  <a:cubicBezTo>
                    <a:pt x="8312" y="2614"/>
                    <a:pt x="8264" y="2661"/>
                    <a:pt x="8216" y="2661"/>
                  </a:cubicBezTo>
                  <a:lnTo>
                    <a:pt x="7407" y="2661"/>
                  </a:lnTo>
                  <a:lnTo>
                    <a:pt x="7168" y="2066"/>
                  </a:lnTo>
                  <a:close/>
                  <a:moveTo>
                    <a:pt x="8788" y="1280"/>
                  </a:moveTo>
                  <a:cubicBezTo>
                    <a:pt x="8931" y="1280"/>
                    <a:pt x="9050" y="1399"/>
                    <a:pt x="9050" y="1542"/>
                  </a:cubicBezTo>
                  <a:lnTo>
                    <a:pt x="9050" y="3924"/>
                  </a:lnTo>
                  <a:lnTo>
                    <a:pt x="7954" y="3924"/>
                  </a:lnTo>
                  <a:lnTo>
                    <a:pt x="7550" y="2947"/>
                  </a:lnTo>
                  <a:lnTo>
                    <a:pt x="8216" y="2947"/>
                  </a:lnTo>
                  <a:cubicBezTo>
                    <a:pt x="8431" y="2947"/>
                    <a:pt x="8597" y="2781"/>
                    <a:pt x="8597" y="2566"/>
                  </a:cubicBezTo>
                  <a:lnTo>
                    <a:pt x="8597" y="2138"/>
                  </a:lnTo>
                  <a:cubicBezTo>
                    <a:pt x="8597" y="1923"/>
                    <a:pt x="8431" y="1757"/>
                    <a:pt x="8216" y="1757"/>
                  </a:cubicBezTo>
                  <a:lnTo>
                    <a:pt x="7049" y="1757"/>
                  </a:lnTo>
                  <a:lnTo>
                    <a:pt x="6835" y="1280"/>
                  </a:lnTo>
                  <a:close/>
                  <a:moveTo>
                    <a:pt x="4430" y="352"/>
                  </a:moveTo>
                  <a:lnTo>
                    <a:pt x="4906" y="1471"/>
                  </a:lnTo>
                  <a:cubicBezTo>
                    <a:pt x="4954" y="1614"/>
                    <a:pt x="5073" y="1685"/>
                    <a:pt x="5216" y="1685"/>
                  </a:cubicBezTo>
                  <a:cubicBezTo>
                    <a:pt x="5263" y="1685"/>
                    <a:pt x="5311" y="1685"/>
                    <a:pt x="5359" y="1661"/>
                  </a:cubicBezTo>
                  <a:lnTo>
                    <a:pt x="6478" y="1185"/>
                  </a:lnTo>
                  <a:lnTo>
                    <a:pt x="7621" y="3947"/>
                  </a:lnTo>
                  <a:lnTo>
                    <a:pt x="6907" y="3947"/>
                  </a:lnTo>
                  <a:cubicBezTo>
                    <a:pt x="6835" y="3947"/>
                    <a:pt x="6764" y="3995"/>
                    <a:pt x="6764" y="4090"/>
                  </a:cubicBezTo>
                  <a:cubicBezTo>
                    <a:pt x="6764" y="4162"/>
                    <a:pt x="6835" y="4233"/>
                    <a:pt x="6907" y="4233"/>
                  </a:cubicBezTo>
                  <a:lnTo>
                    <a:pt x="9574" y="4233"/>
                  </a:lnTo>
                  <a:cubicBezTo>
                    <a:pt x="9717" y="4233"/>
                    <a:pt x="9812" y="4352"/>
                    <a:pt x="9812" y="4471"/>
                  </a:cubicBezTo>
                  <a:lnTo>
                    <a:pt x="9812" y="8972"/>
                  </a:lnTo>
                  <a:cubicBezTo>
                    <a:pt x="9812" y="9330"/>
                    <a:pt x="9550" y="9591"/>
                    <a:pt x="9193" y="9591"/>
                  </a:cubicBezTo>
                  <a:lnTo>
                    <a:pt x="1596" y="9591"/>
                  </a:lnTo>
                  <a:cubicBezTo>
                    <a:pt x="1739" y="9425"/>
                    <a:pt x="1834" y="9210"/>
                    <a:pt x="1834" y="8972"/>
                  </a:cubicBezTo>
                  <a:lnTo>
                    <a:pt x="1834" y="7353"/>
                  </a:lnTo>
                  <a:cubicBezTo>
                    <a:pt x="1834" y="7281"/>
                    <a:pt x="1763" y="7210"/>
                    <a:pt x="1667" y="7210"/>
                  </a:cubicBezTo>
                  <a:cubicBezTo>
                    <a:pt x="1596" y="7210"/>
                    <a:pt x="1524" y="7281"/>
                    <a:pt x="1524" y="7353"/>
                  </a:cubicBezTo>
                  <a:lnTo>
                    <a:pt x="1524" y="8972"/>
                  </a:lnTo>
                  <a:cubicBezTo>
                    <a:pt x="1524" y="9330"/>
                    <a:pt x="1262" y="9591"/>
                    <a:pt x="905" y="9591"/>
                  </a:cubicBezTo>
                  <a:cubicBezTo>
                    <a:pt x="572" y="9591"/>
                    <a:pt x="286" y="9330"/>
                    <a:pt x="286" y="8972"/>
                  </a:cubicBezTo>
                  <a:lnTo>
                    <a:pt x="286" y="2590"/>
                  </a:lnTo>
                  <a:cubicBezTo>
                    <a:pt x="286" y="2447"/>
                    <a:pt x="405" y="2328"/>
                    <a:pt x="548" y="2328"/>
                  </a:cubicBezTo>
                  <a:lnTo>
                    <a:pt x="834" y="2328"/>
                  </a:lnTo>
                  <a:lnTo>
                    <a:pt x="1120" y="3066"/>
                  </a:lnTo>
                  <a:cubicBezTo>
                    <a:pt x="1155" y="3120"/>
                    <a:pt x="1204" y="3147"/>
                    <a:pt x="1257" y="3147"/>
                  </a:cubicBezTo>
                  <a:cubicBezTo>
                    <a:pt x="1274" y="3147"/>
                    <a:pt x="1292" y="3144"/>
                    <a:pt x="1310" y="3138"/>
                  </a:cubicBezTo>
                  <a:cubicBezTo>
                    <a:pt x="1382" y="3114"/>
                    <a:pt x="1429" y="3019"/>
                    <a:pt x="1405" y="2947"/>
                  </a:cubicBezTo>
                  <a:lnTo>
                    <a:pt x="953" y="1876"/>
                  </a:lnTo>
                  <a:cubicBezTo>
                    <a:pt x="929" y="1852"/>
                    <a:pt x="953" y="1804"/>
                    <a:pt x="977" y="1804"/>
                  </a:cubicBezTo>
                  <a:lnTo>
                    <a:pt x="4430" y="352"/>
                  </a:lnTo>
                  <a:close/>
                  <a:moveTo>
                    <a:pt x="4513" y="0"/>
                  </a:moveTo>
                  <a:cubicBezTo>
                    <a:pt x="4495" y="0"/>
                    <a:pt x="4477" y="6"/>
                    <a:pt x="4454" y="18"/>
                  </a:cubicBezTo>
                  <a:lnTo>
                    <a:pt x="858" y="1518"/>
                  </a:lnTo>
                  <a:cubicBezTo>
                    <a:pt x="691" y="1590"/>
                    <a:pt x="596" y="1804"/>
                    <a:pt x="667" y="1971"/>
                  </a:cubicBezTo>
                  <a:lnTo>
                    <a:pt x="691" y="2042"/>
                  </a:lnTo>
                  <a:lnTo>
                    <a:pt x="548" y="2042"/>
                  </a:lnTo>
                  <a:cubicBezTo>
                    <a:pt x="238" y="2042"/>
                    <a:pt x="0" y="2280"/>
                    <a:pt x="0" y="2590"/>
                  </a:cubicBezTo>
                  <a:lnTo>
                    <a:pt x="0" y="8972"/>
                  </a:lnTo>
                  <a:cubicBezTo>
                    <a:pt x="0" y="9472"/>
                    <a:pt x="405" y="9877"/>
                    <a:pt x="905" y="9877"/>
                  </a:cubicBezTo>
                  <a:lnTo>
                    <a:pt x="9193" y="9877"/>
                  </a:lnTo>
                  <a:cubicBezTo>
                    <a:pt x="9717" y="9877"/>
                    <a:pt x="10121" y="9472"/>
                    <a:pt x="10121" y="8972"/>
                  </a:cubicBezTo>
                  <a:lnTo>
                    <a:pt x="10121" y="4471"/>
                  </a:lnTo>
                  <a:cubicBezTo>
                    <a:pt x="10121" y="4162"/>
                    <a:pt x="9860" y="3924"/>
                    <a:pt x="9574" y="3924"/>
                  </a:cubicBezTo>
                  <a:lnTo>
                    <a:pt x="9336" y="3924"/>
                  </a:lnTo>
                  <a:lnTo>
                    <a:pt x="9336" y="1542"/>
                  </a:lnTo>
                  <a:cubicBezTo>
                    <a:pt x="9336" y="1233"/>
                    <a:pt x="9097" y="994"/>
                    <a:pt x="8788" y="994"/>
                  </a:cubicBezTo>
                  <a:lnTo>
                    <a:pt x="6716" y="994"/>
                  </a:lnTo>
                  <a:lnTo>
                    <a:pt x="6692" y="923"/>
                  </a:lnTo>
                  <a:cubicBezTo>
                    <a:pt x="6668" y="899"/>
                    <a:pt x="6645" y="852"/>
                    <a:pt x="6621" y="852"/>
                  </a:cubicBezTo>
                  <a:lnTo>
                    <a:pt x="4573" y="18"/>
                  </a:lnTo>
                  <a:cubicBezTo>
                    <a:pt x="4549" y="6"/>
                    <a:pt x="4531" y="0"/>
                    <a:pt x="45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8" name="Google Shape;2823;p94">
              <a:extLst>
                <a:ext uri="{FF2B5EF4-FFF2-40B4-BE49-F238E27FC236}">
                  <a16:creationId xmlns:a16="http://schemas.microsoft.com/office/drawing/2014/main" id="{06B94662-6FE6-4CF5-B934-EE5CBA83D325}"/>
                </a:ext>
              </a:extLst>
            </p:cNvPr>
            <p:cNvSpPr/>
            <p:nvPr/>
          </p:nvSpPr>
          <p:spPr>
            <a:xfrm>
              <a:off x="4123561" y="2296744"/>
              <a:ext cx="170689" cy="161818"/>
            </a:xfrm>
            <a:custGeom>
              <a:avLst/>
              <a:gdLst/>
              <a:ahLst/>
              <a:cxnLst/>
              <a:rect l="l" t="t" r="r" b="b"/>
              <a:pathLst>
                <a:path w="5074" h="4704" extrusionOk="0">
                  <a:moveTo>
                    <a:pt x="2760" y="301"/>
                  </a:moveTo>
                  <a:cubicBezTo>
                    <a:pt x="2892" y="301"/>
                    <a:pt x="3021" y="325"/>
                    <a:pt x="3144" y="370"/>
                  </a:cubicBezTo>
                  <a:cubicBezTo>
                    <a:pt x="3430" y="489"/>
                    <a:pt x="3645" y="703"/>
                    <a:pt x="3740" y="965"/>
                  </a:cubicBezTo>
                  <a:cubicBezTo>
                    <a:pt x="3859" y="1227"/>
                    <a:pt x="3859" y="1513"/>
                    <a:pt x="3764" y="1775"/>
                  </a:cubicBezTo>
                  <a:lnTo>
                    <a:pt x="3287" y="1775"/>
                  </a:lnTo>
                  <a:cubicBezTo>
                    <a:pt x="3335" y="1679"/>
                    <a:pt x="3359" y="1560"/>
                    <a:pt x="3311" y="1441"/>
                  </a:cubicBezTo>
                  <a:cubicBezTo>
                    <a:pt x="3264" y="1346"/>
                    <a:pt x="3168" y="1275"/>
                    <a:pt x="3073" y="1227"/>
                  </a:cubicBezTo>
                  <a:cubicBezTo>
                    <a:pt x="3025" y="1203"/>
                    <a:pt x="2972" y="1191"/>
                    <a:pt x="2918" y="1191"/>
                  </a:cubicBezTo>
                  <a:cubicBezTo>
                    <a:pt x="2865" y="1191"/>
                    <a:pt x="2811" y="1203"/>
                    <a:pt x="2763" y="1227"/>
                  </a:cubicBezTo>
                  <a:lnTo>
                    <a:pt x="2621" y="1298"/>
                  </a:lnTo>
                  <a:cubicBezTo>
                    <a:pt x="2607" y="1303"/>
                    <a:pt x="2594" y="1305"/>
                    <a:pt x="2581" y="1305"/>
                  </a:cubicBezTo>
                  <a:cubicBezTo>
                    <a:pt x="2524" y="1305"/>
                    <a:pt x="2473" y="1266"/>
                    <a:pt x="2454" y="1227"/>
                  </a:cubicBezTo>
                  <a:cubicBezTo>
                    <a:pt x="2430" y="1155"/>
                    <a:pt x="2478" y="1108"/>
                    <a:pt x="2525" y="1084"/>
                  </a:cubicBezTo>
                  <a:lnTo>
                    <a:pt x="2668" y="1013"/>
                  </a:lnTo>
                  <a:cubicBezTo>
                    <a:pt x="2692" y="1001"/>
                    <a:pt x="2710" y="995"/>
                    <a:pt x="2728" y="995"/>
                  </a:cubicBezTo>
                  <a:cubicBezTo>
                    <a:pt x="2746" y="995"/>
                    <a:pt x="2763" y="1001"/>
                    <a:pt x="2787" y="1013"/>
                  </a:cubicBezTo>
                  <a:cubicBezTo>
                    <a:pt x="2815" y="1031"/>
                    <a:pt x="2842" y="1039"/>
                    <a:pt x="2868" y="1039"/>
                  </a:cubicBezTo>
                  <a:cubicBezTo>
                    <a:pt x="2910" y="1039"/>
                    <a:pt x="2948" y="1018"/>
                    <a:pt x="2978" y="989"/>
                  </a:cubicBezTo>
                  <a:cubicBezTo>
                    <a:pt x="3025" y="917"/>
                    <a:pt x="3002" y="822"/>
                    <a:pt x="2954" y="774"/>
                  </a:cubicBezTo>
                  <a:cubicBezTo>
                    <a:pt x="2892" y="728"/>
                    <a:pt x="2821" y="702"/>
                    <a:pt x="2746" y="702"/>
                  </a:cubicBezTo>
                  <a:cubicBezTo>
                    <a:pt x="2705" y="702"/>
                    <a:pt x="2663" y="710"/>
                    <a:pt x="2621" y="727"/>
                  </a:cubicBezTo>
                  <a:lnTo>
                    <a:pt x="2597" y="679"/>
                  </a:lnTo>
                  <a:cubicBezTo>
                    <a:pt x="2577" y="620"/>
                    <a:pt x="2509" y="578"/>
                    <a:pt x="2446" y="578"/>
                  </a:cubicBezTo>
                  <a:cubicBezTo>
                    <a:pt x="2432" y="578"/>
                    <a:pt x="2419" y="580"/>
                    <a:pt x="2406" y="584"/>
                  </a:cubicBezTo>
                  <a:cubicBezTo>
                    <a:pt x="2335" y="632"/>
                    <a:pt x="2311" y="703"/>
                    <a:pt x="2335" y="774"/>
                  </a:cubicBezTo>
                  <a:lnTo>
                    <a:pt x="2359" y="822"/>
                  </a:lnTo>
                  <a:cubicBezTo>
                    <a:pt x="2192" y="941"/>
                    <a:pt x="2120" y="1155"/>
                    <a:pt x="2192" y="1346"/>
                  </a:cubicBezTo>
                  <a:cubicBezTo>
                    <a:pt x="2264" y="1490"/>
                    <a:pt x="2418" y="1594"/>
                    <a:pt x="2582" y="1594"/>
                  </a:cubicBezTo>
                  <a:cubicBezTo>
                    <a:pt x="2635" y="1594"/>
                    <a:pt x="2688" y="1583"/>
                    <a:pt x="2740" y="1560"/>
                  </a:cubicBezTo>
                  <a:lnTo>
                    <a:pt x="2882" y="1489"/>
                  </a:lnTo>
                  <a:lnTo>
                    <a:pt x="2978" y="1489"/>
                  </a:lnTo>
                  <a:cubicBezTo>
                    <a:pt x="3002" y="1513"/>
                    <a:pt x="3025" y="1537"/>
                    <a:pt x="3025" y="1560"/>
                  </a:cubicBezTo>
                  <a:cubicBezTo>
                    <a:pt x="3049" y="1608"/>
                    <a:pt x="3025" y="1679"/>
                    <a:pt x="2978" y="1703"/>
                  </a:cubicBezTo>
                  <a:lnTo>
                    <a:pt x="2811" y="1775"/>
                  </a:lnTo>
                  <a:lnTo>
                    <a:pt x="2763" y="1775"/>
                  </a:lnTo>
                  <a:cubicBezTo>
                    <a:pt x="2740" y="1775"/>
                    <a:pt x="2716" y="1775"/>
                    <a:pt x="2692" y="1751"/>
                  </a:cubicBezTo>
                  <a:cubicBezTo>
                    <a:pt x="2668" y="1715"/>
                    <a:pt x="2632" y="1697"/>
                    <a:pt x="2594" y="1697"/>
                  </a:cubicBezTo>
                  <a:cubicBezTo>
                    <a:pt x="2555" y="1697"/>
                    <a:pt x="2513" y="1715"/>
                    <a:pt x="2478" y="1751"/>
                  </a:cubicBezTo>
                  <a:cubicBezTo>
                    <a:pt x="2478" y="1751"/>
                    <a:pt x="2478" y="1775"/>
                    <a:pt x="2454" y="1775"/>
                  </a:cubicBezTo>
                  <a:lnTo>
                    <a:pt x="1739" y="1775"/>
                  </a:lnTo>
                  <a:cubicBezTo>
                    <a:pt x="1620" y="1513"/>
                    <a:pt x="1620" y="1227"/>
                    <a:pt x="1739" y="965"/>
                  </a:cubicBezTo>
                  <a:cubicBezTo>
                    <a:pt x="1835" y="703"/>
                    <a:pt x="2049" y="489"/>
                    <a:pt x="2311" y="393"/>
                  </a:cubicBezTo>
                  <a:cubicBezTo>
                    <a:pt x="2462" y="331"/>
                    <a:pt x="2613" y="301"/>
                    <a:pt x="2760" y="301"/>
                  </a:cubicBezTo>
                  <a:close/>
                  <a:moveTo>
                    <a:pt x="2740" y="0"/>
                  </a:moveTo>
                  <a:cubicBezTo>
                    <a:pt x="2561" y="0"/>
                    <a:pt x="2382" y="36"/>
                    <a:pt x="2216" y="108"/>
                  </a:cubicBezTo>
                  <a:cubicBezTo>
                    <a:pt x="1858" y="251"/>
                    <a:pt x="1596" y="512"/>
                    <a:pt x="1454" y="846"/>
                  </a:cubicBezTo>
                  <a:cubicBezTo>
                    <a:pt x="1335" y="1155"/>
                    <a:pt x="1311" y="1489"/>
                    <a:pt x="1406" y="1775"/>
                  </a:cubicBezTo>
                  <a:lnTo>
                    <a:pt x="739" y="1775"/>
                  </a:lnTo>
                  <a:cubicBezTo>
                    <a:pt x="644" y="1775"/>
                    <a:pt x="572" y="1798"/>
                    <a:pt x="501" y="1822"/>
                  </a:cubicBezTo>
                  <a:lnTo>
                    <a:pt x="311" y="1394"/>
                  </a:lnTo>
                  <a:cubicBezTo>
                    <a:pt x="293" y="1342"/>
                    <a:pt x="239" y="1303"/>
                    <a:pt x="183" y="1303"/>
                  </a:cubicBezTo>
                  <a:cubicBezTo>
                    <a:pt x="162" y="1303"/>
                    <a:pt x="140" y="1309"/>
                    <a:pt x="120" y="1322"/>
                  </a:cubicBezTo>
                  <a:cubicBezTo>
                    <a:pt x="49" y="1346"/>
                    <a:pt x="1" y="1441"/>
                    <a:pt x="49" y="1513"/>
                  </a:cubicBezTo>
                  <a:lnTo>
                    <a:pt x="263" y="2037"/>
                  </a:lnTo>
                  <a:cubicBezTo>
                    <a:pt x="215" y="2132"/>
                    <a:pt x="191" y="2227"/>
                    <a:pt x="191" y="2322"/>
                  </a:cubicBezTo>
                  <a:lnTo>
                    <a:pt x="191" y="4537"/>
                  </a:lnTo>
                  <a:cubicBezTo>
                    <a:pt x="191" y="4632"/>
                    <a:pt x="263" y="4704"/>
                    <a:pt x="334" y="4704"/>
                  </a:cubicBezTo>
                  <a:cubicBezTo>
                    <a:pt x="430" y="4704"/>
                    <a:pt x="501" y="4632"/>
                    <a:pt x="501" y="4537"/>
                  </a:cubicBezTo>
                  <a:lnTo>
                    <a:pt x="501" y="2322"/>
                  </a:lnTo>
                  <a:cubicBezTo>
                    <a:pt x="501" y="2179"/>
                    <a:pt x="596" y="2084"/>
                    <a:pt x="739" y="2084"/>
                  </a:cubicBezTo>
                  <a:lnTo>
                    <a:pt x="4907" y="2084"/>
                  </a:lnTo>
                  <a:cubicBezTo>
                    <a:pt x="5002" y="2084"/>
                    <a:pt x="5073" y="2013"/>
                    <a:pt x="5073" y="1918"/>
                  </a:cubicBezTo>
                  <a:cubicBezTo>
                    <a:pt x="5073" y="1846"/>
                    <a:pt x="5002" y="1775"/>
                    <a:pt x="4907" y="1775"/>
                  </a:cubicBezTo>
                  <a:lnTo>
                    <a:pt x="4073" y="1775"/>
                  </a:lnTo>
                  <a:cubicBezTo>
                    <a:pt x="4168" y="1465"/>
                    <a:pt x="4145" y="1155"/>
                    <a:pt x="4026" y="846"/>
                  </a:cubicBezTo>
                  <a:cubicBezTo>
                    <a:pt x="3883" y="512"/>
                    <a:pt x="3597" y="251"/>
                    <a:pt x="3264" y="108"/>
                  </a:cubicBezTo>
                  <a:cubicBezTo>
                    <a:pt x="3097" y="36"/>
                    <a:pt x="2918" y="0"/>
                    <a:pt x="2740" y="0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9" name="Google Shape;2824;p94">
              <a:extLst>
                <a:ext uri="{FF2B5EF4-FFF2-40B4-BE49-F238E27FC236}">
                  <a16:creationId xmlns:a16="http://schemas.microsoft.com/office/drawing/2014/main" id="{02B037F2-DC45-4341-8A79-CB3209AED39D}"/>
                </a:ext>
              </a:extLst>
            </p:cNvPr>
            <p:cNvSpPr/>
            <p:nvPr/>
          </p:nvSpPr>
          <p:spPr>
            <a:xfrm>
              <a:off x="4130793" y="2276448"/>
              <a:ext cx="47298" cy="25662"/>
            </a:xfrm>
            <a:custGeom>
              <a:avLst/>
              <a:gdLst/>
              <a:ahLst/>
              <a:cxnLst/>
              <a:rect l="l" t="t" r="r" b="b"/>
              <a:pathLst>
                <a:path w="1406" h="746" extrusionOk="0">
                  <a:moveTo>
                    <a:pt x="1207" y="1"/>
                  </a:moveTo>
                  <a:cubicBezTo>
                    <a:pt x="1193" y="1"/>
                    <a:pt x="1180" y="3"/>
                    <a:pt x="1167" y="7"/>
                  </a:cubicBezTo>
                  <a:lnTo>
                    <a:pt x="119" y="460"/>
                  </a:lnTo>
                  <a:cubicBezTo>
                    <a:pt x="48" y="483"/>
                    <a:pt x="0" y="579"/>
                    <a:pt x="24" y="650"/>
                  </a:cubicBezTo>
                  <a:cubicBezTo>
                    <a:pt x="48" y="721"/>
                    <a:pt x="119" y="745"/>
                    <a:pt x="167" y="745"/>
                  </a:cubicBezTo>
                  <a:lnTo>
                    <a:pt x="215" y="745"/>
                  </a:lnTo>
                  <a:lnTo>
                    <a:pt x="1286" y="293"/>
                  </a:lnTo>
                  <a:cubicBezTo>
                    <a:pt x="1358" y="269"/>
                    <a:pt x="1405" y="174"/>
                    <a:pt x="1358" y="102"/>
                  </a:cubicBezTo>
                  <a:cubicBezTo>
                    <a:pt x="1338" y="44"/>
                    <a:pt x="1270" y="1"/>
                    <a:pt x="120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" name="Google Shape;2825;p94">
              <a:extLst>
                <a:ext uri="{FF2B5EF4-FFF2-40B4-BE49-F238E27FC236}">
                  <a16:creationId xmlns:a16="http://schemas.microsoft.com/office/drawing/2014/main" id="{C50B4741-907E-42DE-BA0B-3176B42ED322}"/>
                </a:ext>
              </a:extLst>
            </p:cNvPr>
            <p:cNvSpPr/>
            <p:nvPr/>
          </p:nvSpPr>
          <p:spPr>
            <a:xfrm>
              <a:off x="4137992" y="2301423"/>
              <a:ext cx="25667" cy="16237"/>
            </a:xfrm>
            <a:custGeom>
              <a:avLst/>
              <a:gdLst/>
              <a:ahLst/>
              <a:cxnLst/>
              <a:rect l="l" t="t" r="r" b="b"/>
              <a:pathLst>
                <a:path w="763" h="472" extrusionOk="0">
                  <a:moveTo>
                    <a:pt x="599" y="0"/>
                  </a:moveTo>
                  <a:cubicBezTo>
                    <a:pt x="576" y="0"/>
                    <a:pt x="551" y="6"/>
                    <a:pt x="525" y="19"/>
                  </a:cubicBezTo>
                  <a:lnTo>
                    <a:pt x="96" y="186"/>
                  </a:lnTo>
                  <a:cubicBezTo>
                    <a:pt x="24" y="234"/>
                    <a:pt x="1" y="305"/>
                    <a:pt x="24" y="376"/>
                  </a:cubicBezTo>
                  <a:cubicBezTo>
                    <a:pt x="48" y="448"/>
                    <a:pt x="96" y="472"/>
                    <a:pt x="167" y="472"/>
                  </a:cubicBezTo>
                  <a:lnTo>
                    <a:pt x="215" y="472"/>
                  </a:lnTo>
                  <a:lnTo>
                    <a:pt x="644" y="281"/>
                  </a:lnTo>
                  <a:cubicBezTo>
                    <a:pt x="715" y="257"/>
                    <a:pt x="763" y="162"/>
                    <a:pt x="739" y="91"/>
                  </a:cubicBezTo>
                  <a:cubicBezTo>
                    <a:pt x="705" y="39"/>
                    <a:pt x="658" y="0"/>
                    <a:pt x="599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1" name="Google Shape;2826;p94">
              <a:extLst>
                <a:ext uri="{FF2B5EF4-FFF2-40B4-BE49-F238E27FC236}">
                  <a16:creationId xmlns:a16="http://schemas.microsoft.com/office/drawing/2014/main" id="{36AB534A-DCD7-4445-B575-A5862273CEB8}"/>
                </a:ext>
              </a:extLst>
            </p:cNvPr>
            <p:cNvSpPr/>
            <p:nvPr/>
          </p:nvSpPr>
          <p:spPr>
            <a:xfrm>
              <a:off x="4161237" y="2507685"/>
              <a:ext cx="35288" cy="9873"/>
            </a:xfrm>
            <a:custGeom>
              <a:avLst/>
              <a:gdLst/>
              <a:ahLst/>
              <a:cxnLst/>
              <a:rect l="l" t="t" r="r" b="b"/>
              <a:pathLst>
                <a:path w="1049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6"/>
                    <a:pt x="143" y="286"/>
                  </a:cubicBezTo>
                  <a:lnTo>
                    <a:pt x="905" y="286"/>
                  </a:lnTo>
                  <a:cubicBezTo>
                    <a:pt x="977" y="286"/>
                    <a:pt x="1048" y="215"/>
                    <a:pt x="1048" y="144"/>
                  </a:cubicBezTo>
                  <a:cubicBezTo>
                    <a:pt x="1048" y="48"/>
                    <a:pt x="977" y="1"/>
                    <a:pt x="90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2" name="Google Shape;2827;p94">
              <a:extLst>
                <a:ext uri="{FF2B5EF4-FFF2-40B4-BE49-F238E27FC236}">
                  <a16:creationId xmlns:a16="http://schemas.microsoft.com/office/drawing/2014/main" id="{B5DD2815-B50D-4491-A04C-6F99AB0237E5}"/>
                </a:ext>
              </a:extLst>
            </p:cNvPr>
            <p:cNvSpPr/>
            <p:nvPr/>
          </p:nvSpPr>
          <p:spPr>
            <a:xfrm>
              <a:off x="4161237" y="2525711"/>
              <a:ext cx="81745" cy="10698"/>
            </a:xfrm>
            <a:custGeom>
              <a:avLst/>
              <a:gdLst/>
              <a:ahLst/>
              <a:cxnLst/>
              <a:rect l="l" t="t" r="r" b="b"/>
              <a:pathLst>
                <a:path w="2430" h="311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39"/>
                    <a:pt x="72" y="310"/>
                    <a:pt x="143" y="310"/>
                  </a:cubicBezTo>
                  <a:lnTo>
                    <a:pt x="2286" y="310"/>
                  </a:lnTo>
                  <a:cubicBezTo>
                    <a:pt x="2358" y="310"/>
                    <a:pt x="2429" y="239"/>
                    <a:pt x="2429" y="143"/>
                  </a:cubicBezTo>
                  <a:cubicBezTo>
                    <a:pt x="2429" y="72"/>
                    <a:pt x="2358" y="1"/>
                    <a:pt x="2286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94" name="Google Shape;2805;p94">
            <a:extLst>
              <a:ext uri="{FF2B5EF4-FFF2-40B4-BE49-F238E27FC236}">
                <a16:creationId xmlns:a16="http://schemas.microsoft.com/office/drawing/2014/main" id="{5E434E9D-30AC-45F0-A79E-53D93704F0BF}"/>
              </a:ext>
            </a:extLst>
          </p:cNvPr>
          <p:cNvGrpSpPr/>
          <p:nvPr/>
        </p:nvGrpSpPr>
        <p:grpSpPr>
          <a:xfrm>
            <a:off x="9757324" y="1749715"/>
            <a:ext cx="738604" cy="694944"/>
            <a:chOff x="4754041" y="2231625"/>
            <a:chExt cx="340538" cy="322810"/>
          </a:xfrm>
        </p:grpSpPr>
        <p:sp>
          <p:nvSpPr>
            <p:cNvPr id="98" name="Google Shape;2806;p94">
              <a:extLst>
                <a:ext uri="{FF2B5EF4-FFF2-40B4-BE49-F238E27FC236}">
                  <a16:creationId xmlns:a16="http://schemas.microsoft.com/office/drawing/2014/main" id="{DF5EB72A-9714-47B1-AA38-FD4B1CF31477}"/>
                </a:ext>
              </a:extLst>
            </p:cNvPr>
            <p:cNvSpPr/>
            <p:nvPr/>
          </p:nvSpPr>
          <p:spPr>
            <a:xfrm>
              <a:off x="4754041" y="2231625"/>
              <a:ext cx="340538" cy="322810"/>
            </a:xfrm>
            <a:custGeom>
              <a:avLst/>
              <a:gdLst/>
              <a:ahLst/>
              <a:cxnLst/>
              <a:rect l="l" t="t" r="r" b="b"/>
              <a:pathLst>
                <a:path w="10123" h="9384" extrusionOk="0">
                  <a:moveTo>
                    <a:pt x="5073" y="8550"/>
                  </a:moveTo>
                  <a:cubicBezTo>
                    <a:pt x="5216" y="8550"/>
                    <a:pt x="5335" y="8669"/>
                    <a:pt x="5335" y="8812"/>
                  </a:cubicBezTo>
                  <a:cubicBezTo>
                    <a:pt x="5335" y="8954"/>
                    <a:pt x="5216" y="9097"/>
                    <a:pt x="5073" y="9097"/>
                  </a:cubicBezTo>
                  <a:cubicBezTo>
                    <a:pt x="4907" y="9097"/>
                    <a:pt x="4788" y="8954"/>
                    <a:pt x="4788" y="8812"/>
                  </a:cubicBezTo>
                  <a:cubicBezTo>
                    <a:pt x="4788" y="8669"/>
                    <a:pt x="4907" y="8550"/>
                    <a:pt x="5073" y="8550"/>
                  </a:cubicBezTo>
                  <a:close/>
                  <a:moveTo>
                    <a:pt x="358" y="0"/>
                  </a:moveTo>
                  <a:cubicBezTo>
                    <a:pt x="168" y="0"/>
                    <a:pt x="1" y="167"/>
                    <a:pt x="1" y="357"/>
                  </a:cubicBezTo>
                  <a:lnTo>
                    <a:pt x="1" y="953"/>
                  </a:lnTo>
                  <a:cubicBezTo>
                    <a:pt x="1" y="1143"/>
                    <a:pt x="144" y="1286"/>
                    <a:pt x="334" y="1286"/>
                  </a:cubicBezTo>
                  <a:lnTo>
                    <a:pt x="334" y="5168"/>
                  </a:lnTo>
                  <a:cubicBezTo>
                    <a:pt x="334" y="5239"/>
                    <a:pt x="406" y="5311"/>
                    <a:pt x="477" y="5311"/>
                  </a:cubicBezTo>
                  <a:cubicBezTo>
                    <a:pt x="572" y="5311"/>
                    <a:pt x="644" y="5263"/>
                    <a:pt x="644" y="5168"/>
                  </a:cubicBezTo>
                  <a:lnTo>
                    <a:pt x="644" y="1286"/>
                  </a:lnTo>
                  <a:lnTo>
                    <a:pt x="7741" y="1286"/>
                  </a:lnTo>
                  <a:cubicBezTo>
                    <a:pt x="7812" y="1286"/>
                    <a:pt x="7884" y="1239"/>
                    <a:pt x="7884" y="1143"/>
                  </a:cubicBezTo>
                  <a:cubicBezTo>
                    <a:pt x="7884" y="1072"/>
                    <a:pt x="7812" y="1000"/>
                    <a:pt x="7741" y="1000"/>
                  </a:cubicBezTo>
                  <a:lnTo>
                    <a:pt x="358" y="1000"/>
                  </a:lnTo>
                  <a:cubicBezTo>
                    <a:pt x="334" y="1000"/>
                    <a:pt x="311" y="977"/>
                    <a:pt x="311" y="953"/>
                  </a:cubicBezTo>
                  <a:lnTo>
                    <a:pt x="311" y="357"/>
                  </a:lnTo>
                  <a:cubicBezTo>
                    <a:pt x="311" y="310"/>
                    <a:pt x="334" y="286"/>
                    <a:pt x="358" y="286"/>
                  </a:cubicBezTo>
                  <a:lnTo>
                    <a:pt x="9789" y="286"/>
                  </a:lnTo>
                  <a:cubicBezTo>
                    <a:pt x="9812" y="286"/>
                    <a:pt x="9836" y="334"/>
                    <a:pt x="9836" y="357"/>
                  </a:cubicBezTo>
                  <a:lnTo>
                    <a:pt x="9836" y="953"/>
                  </a:lnTo>
                  <a:cubicBezTo>
                    <a:pt x="9836" y="977"/>
                    <a:pt x="9812" y="1000"/>
                    <a:pt x="9789" y="1000"/>
                  </a:cubicBezTo>
                  <a:lnTo>
                    <a:pt x="8407" y="1000"/>
                  </a:lnTo>
                  <a:cubicBezTo>
                    <a:pt x="8312" y="1000"/>
                    <a:pt x="8241" y="1072"/>
                    <a:pt x="8241" y="1143"/>
                  </a:cubicBezTo>
                  <a:cubicBezTo>
                    <a:pt x="8241" y="1239"/>
                    <a:pt x="8312" y="1286"/>
                    <a:pt x="8407" y="1286"/>
                  </a:cubicBezTo>
                  <a:lnTo>
                    <a:pt x="9503" y="1286"/>
                  </a:lnTo>
                  <a:lnTo>
                    <a:pt x="9503" y="7335"/>
                  </a:lnTo>
                  <a:cubicBezTo>
                    <a:pt x="9503" y="7359"/>
                    <a:pt x="9479" y="7383"/>
                    <a:pt x="9455" y="7383"/>
                  </a:cubicBezTo>
                  <a:lnTo>
                    <a:pt x="692" y="7383"/>
                  </a:lnTo>
                  <a:cubicBezTo>
                    <a:pt x="668" y="7383"/>
                    <a:pt x="644" y="7359"/>
                    <a:pt x="644" y="7335"/>
                  </a:cubicBezTo>
                  <a:lnTo>
                    <a:pt x="644" y="5835"/>
                  </a:lnTo>
                  <a:cubicBezTo>
                    <a:pt x="644" y="5740"/>
                    <a:pt x="572" y="5692"/>
                    <a:pt x="477" y="5692"/>
                  </a:cubicBezTo>
                  <a:cubicBezTo>
                    <a:pt x="406" y="5692"/>
                    <a:pt x="334" y="5740"/>
                    <a:pt x="334" y="5835"/>
                  </a:cubicBezTo>
                  <a:lnTo>
                    <a:pt x="334" y="7335"/>
                  </a:lnTo>
                  <a:cubicBezTo>
                    <a:pt x="334" y="7526"/>
                    <a:pt x="501" y="7668"/>
                    <a:pt x="692" y="7668"/>
                  </a:cubicBezTo>
                  <a:lnTo>
                    <a:pt x="4907" y="7668"/>
                  </a:lnTo>
                  <a:lnTo>
                    <a:pt x="4907" y="8264"/>
                  </a:lnTo>
                  <a:cubicBezTo>
                    <a:pt x="4669" y="8335"/>
                    <a:pt x="4502" y="8550"/>
                    <a:pt x="4502" y="8812"/>
                  </a:cubicBezTo>
                  <a:cubicBezTo>
                    <a:pt x="4502" y="9121"/>
                    <a:pt x="4740" y="9383"/>
                    <a:pt x="5073" y="9383"/>
                  </a:cubicBezTo>
                  <a:cubicBezTo>
                    <a:pt x="5383" y="9383"/>
                    <a:pt x="5621" y="9121"/>
                    <a:pt x="5621" y="8812"/>
                  </a:cubicBezTo>
                  <a:cubicBezTo>
                    <a:pt x="5621" y="8550"/>
                    <a:pt x="5454" y="8335"/>
                    <a:pt x="5216" y="8264"/>
                  </a:cubicBezTo>
                  <a:lnTo>
                    <a:pt x="5216" y="7668"/>
                  </a:lnTo>
                  <a:lnTo>
                    <a:pt x="9431" y="7668"/>
                  </a:lnTo>
                  <a:cubicBezTo>
                    <a:pt x="9622" y="7668"/>
                    <a:pt x="9789" y="7526"/>
                    <a:pt x="9789" y="7335"/>
                  </a:cubicBezTo>
                  <a:lnTo>
                    <a:pt x="9789" y="1286"/>
                  </a:lnTo>
                  <a:cubicBezTo>
                    <a:pt x="9979" y="1286"/>
                    <a:pt x="10122" y="1143"/>
                    <a:pt x="10122" y="953"/>
                  </a:cubicBezTo>
                  <a:lnTo>
                    <a:pt x="10122" y="357"/>
                  </a:lnTo>
                  <a:cubicBezTo>
                    <a:pt x="10122" y="167"/>
                    <a:pt x="9979" y="0"/>
                    <a:pt x="9789" y="0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" name="Google Shape;2807;p94">
              <a:extLst>
                <a:ext uri="{FF2B5EF4-FFF2-40B4-BE49-F238E27FC236}">
                  <a16:creationId xmlns:a16="http://schemas.microsoft.com/office/drawing/2014/main" id="{03D26D72-6983-4EF2-8819-908F4C3C60E4}"/>
                </a:ext>
              </a:extLst>
            </p:cNvPr>
            <p:cNvSpPr/>
            <p:nvPr/>
          </p:nvSpPr>
          <p:spPr>
            <a:xfrm>
              <a:off x="5011219" y="2437234"/>
              <a:ext cx="45683" cy="9873"/>
            </a:xfrm>
            <a:custGeom>
              <a:avLst/>
              <a:gdLst/>
              <a:ahLst/>
              <a:cxnLst/>
              <a:rect l="l" t="t" r="r" b="b"/>
              <a:pathLst>
                <a:path w="1358" h="287" extrusionOk="0">
                  <a:moveTo>
                    <a:pt x="167" y="1"/>
                  </a:moveTo>
                  <a:cubicBezTo>
                    <a:pt x="72" y="1"/>
                    <a:pt x="0" y="72"/>
                    <a:pt x="0" y="144"/>
                  </a:cubicBezTo>
                  <a:cubicBezTo>
                    <a:pt x="0" y="239"/>
                    <a:pt x="72" y="286"/>
                    <a:pt x="167" y="286"/>
                  </a:cubicBezTo>
                  <a:lnTo>
                    <a:pt x="1191" y="286"/>
                  </a:lnTo>
                  <a:cubicBezTo>
                    <a:pt x="1286" y="286"/>
                    <a:pt x="1358" y="239"/>
                    <a:pt x="1358" y="144"/>
                  </a:cubicBezTo>
                  <a:cubicBezTo>
                    <a:pt x="1334" y="72"/>
                    <a:pt x="1286" y="1"/>
                    <a:pt x="1191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" name="Google Shape;2808;p94">
              <a:extLst>
                <a:ext uri="{FF2B5EF4-FFF2-40B4-BE49-F238E27FC236}">
                  <a16:creationId xmlns:a16="http://schemas.microsoft.com/office/drawing/2014/main" id="{F73A84BD-EA2A-4D95-A6B3-BA2F7CC3FA17}"/>
                </a:ext>
              </a:extLst>
            </p:cNvPr>
            <p:cNvSpPr/>
            <p:nvPr/>
          </p:nvSpPr>
          <p:spPr>
            <a:xfrm>
              <a:off x="4976772" y="2455259"/>
              <a:ext cx="80130" cy="10698"/>
            </a:xfrm>
            <a:custGeom>
              <a:avLst/>
              <a:gdLst/>
              <a:ahLst/>
              <a:cxnLst/>
              <a:rect l="l" t="t" r="r" b="b"/>
              <a:pathLst>
                <a:path w="2382" h="311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39"/>
                    <a:pt x="72" y="310"/>
                    <a:pt x="143" y="310"/>
                  </a:cubicBezTo>
                  <a:lnTo>
                    <a:pt x="2215" y="310"/>
                  </a:lnTo>
                  <a:cubicBezTo>
                    <a:pt x="2310" y="310"/>
                    <a:pt x="2382" y="239"/>
                    <a:pt x="2382" y="143"/>
                  </a:cubicBezTo>
                  <a:cubicBezTo>
                    <a:pt x="2382" y="72"/>
                    <a:pt x="2310" y="1"/>
                    <a:pt x="22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" name="Google Shape;2809;p94">
              <a:extLst>
                <a:ext uri="{FF2B5EF4-FFF2-40B4-BE49-F238E27FC236}">
                  <a16:creationId xmlns:a16="http://schemas.microsoft.com/office/drawing/2014/main" id="{790C7646-D6B3-419D-BDF3-09F1AA2B3135}"/>
                </a:ext>
              </a:extLst>
            </p:cNvPr>
            <p:cNvSpPr/>
            <p:nvPr/>
          </p:nvSpPr>
          <p:spPr>
            <a:xfrm>
              <a:off x="4976772" y="2302902"/>
              <a:ext cx="16854" cy="10664"/>
            </a:xfrm>
            <a:custGeom>
              <a:avLst/>
              <a:gdLst/>
              <a:ahLst/>
              <a:cxnLst/>
              <a:rect l="l" t="t" r="r" b="b"/>
              <a:pathLst>
                <a:path w="501" h="310" extrusionOk="0">
                  <a:moveTo>
                    <a:pt x="143" y="0"/>
                  </a:moveTo>
                  <a:cubicBezTo>
                    <a:pt x="72" y="0"/>
                    <a:pt x="0" y="72"/>
                    <a:pt x="0" y="143"/>
                  </a:cubicBezTo>
                  <a:cubicBezTo>
                    <a:pt x="0" y="238"/>
                    <a:pt x="72" y="310"/>
                    <a:pt x="143" y="310"/>
                  </a:cubicBezTo>
                  <a:lnTo>
                    <a:pt x="334" y="310"/>
                  </a:lnTo>
                  <a:cubicBezTo>
                    <a:pt x="429" y="310"/>
                    <a:pt x="500" y="238"/>
                    <a:pt x="500" y="143"/>
                  </a:cubicBezTo>
                  <a:cubicBezTo>
                    <a:pt x="500" y="72"/>
                    <a:pt x="429" y="0"/>
                    <a:pt x="334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2" name="Google Shape;2810;p94">
              <a:extLst>
                <a:ext uri="{FF2B5EF4-FFF2-40B4-BE49-F238E27FC236}">
                  <a16:creationId xmlns:a16="http://schemas.microsoft.com/office/drawing/2014/main" id="{8FB3E07A-5D5E-4301-807A-B5A2E27785E1}"/>
                </a:ext>
              </a:extLst>
            </p:cNvPr>
            <p:cNvSpPr/>
            <p:nvPr/>
          </p:nvSpPr>
          <p:spPr>
            <a:xfrm>
              <a:off x="5001598" y="2302902"/>
              <a:ext cx="55304" cy="10664"/>
            </a:xfrm>
            <a:custGeom>
              <a:avLst/>
              <a:gdLst/>
              <a:ahLst/>
              <a:cxnLst/>
              <a:rect l="l" t="t" r="r" b="b"/>
              <a:pathLst>
                <a:path w="1644" h="310" extrusionOk="0">
                  <a:moveTo>
                    <a:pt x="143" y="0"/>
                  </a:moveTo>
                  <a:cubicBezTo>
                    <a:pt x="72" y="0"/>
                    <a:pt x="1" y="72"/>
                    <a:pt x="1" y="143"/>
                  </a:cubicBezTo>
                  <a:cubicBezTo>
                    <a:pt x="1" y="238"/>
                    <a:pt x="72" y="310"/>
                    <a:pt x="143" y="310"/>
                  </a:cubicBezTo>
                  <a:lnTo>
                    <a:pt x="1477" y="310"/>
                  </a:lnTo>
                  <a:cubicBezTo>
                    <a:pt x="1572" y="310"/>
                    <a:pt x="1644" y="238"/>
                    <a:pt x="1644" y="143"/>
                  </a:cubicBezTo>
                  <a:cubicBezTo>
                    <a:pt x="1644" y="72"/>
                    <a:pt x="1572" y="0"/>
                    <a:pt x="147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3" name="Google Shape;2811;p94">
              <a:extLst>
                <a:ext uri="{FF2B5EF4-FFF2-40B4-BE49-F238E27FC236}">
                  <a16:creationId xmlns:a16="http://schemas.microsoft.com/office/drawing/2014/main" id="{EC9E0779-D157-4AE3-A4AE-1572197E3A61}"/>
                </a:ext>
              </a:extLst>
            </p:cNvPr>
            <p:cNvSpPr/>
            <p:nvPr/>
          </p:nvSpPr>
          <p:spPr>
            <a:xfrm>
              <a:off x="4976772" y="2321719"/>
              <a:ext cx="80130" cy="9873"/>
            </a:xfrm>
            <a:custGeom>
              <a:avLst/>
              <a:gdLst/>
              <a:ahLst/>
              <a:cxnLst/>
              <a:rect l="l" t="t" r="r" b="b"/>
              <a:pathLst>
                <a:path w="2382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7"/>
                    <a:pt x="143" y="287"/>
                  </a:cubicBezTo>
                  <a:lnTo>
                    <a:pt x="2215" y="287"/>
                  </a:lnTo>
                  <a:cubicBezTo>
                    <a:pt x="2310" y="287"/>
                    <a:pt x="2382" y="215"/>
                    <a:pt x="2382" y="144"/>
                  </a:cubicBezTo>
                  <a:cubicBezTo>
                    <a:pt x="2382" y="48"/>
                    <a:pt x="2310" y="1"/>
                    <a:pt x="22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4" name="Google Shape;2812;p94">
              <a:extLst>
                <a:ext uri="{FF2B5EF4-FFF2-40B4-BE49-F238E27FC236}">
                  <a16:creationId xmlns:a16="http://schemas.microsoft.com/office/drawing/2014/main" id="{BCFE82E2-ACAF-448C-87DF-5498486058B1}"/>
                </a:ext>
              </a:extLst>
            </p:cNvPr>
            <p:cNvSpPr/>
            <p:nvPr/>
          </p:nvSpPr>
          <p:spPr>
            <a:xfrm>
              <a:off x="4976772" y="2352025"/>
              <a:ext cx="80130" cy="65601"/>
            </a:xfrm>
            <a:custGeom>
              <a:avLst/>
              <a:gdLst/>
              <a:ahLst/>
              <a:cxnLst/>
              <a:rect l="l" t="t" r="r" b="b"/>
              <a:pathLst>
                <a:path w="2382" h="1907" extrusionOk="0">
                  <a:moveTo>
                    <a:pt x="143" y="1"/>
                  </a:moveTo>
                  <a:cubicBezTo>
                    <a:pt x="48" y="1"/>
                    <a:pt x="0" y="49"/>
                    <a:pt x="0" y="144"/>
                  </a:cubicBezTo>
                  <a:lnTo>
                    <a:pt x="0" y="1763"/>
                  </a:lnTo>
                  <a:cubicBezTo>
                    <a:pt x="0" y="1835"/>
                    <a:pt x="72" y="1906"/>
                    <a:pt x="143" y="1906"/>
                  </a:cubicBezTo>
                  <a:lnTo>
                    <a:pt x="2215" y="1906"/>
                  </a:lnTo>
                  <a:cubicBezTo>
                    <a:pt x="2310" y="1906"/>
                    <a:pt x="2382" y="1835"/>
                    <a:pt x="2382" y="1763"/>
                  </a:cubicBezTo>
                  <a:cubicBezTo>
                    <a:pt x="2382" y="1668"/>
                    <a:pt x="2310" y="1597"/>
                    <a:pt x="2215" y="1597"/>
                  </a:cubicBezTo>
                  <a:lnTo>
                    <a:pt x="1858" y="1597"/>
                  </a:lnTo>
                  <a:lnTo>
                    <a:pt x="1858" y="311"/>
                  </a:lnTo>
                  <a:cubicBezTo>
                    <a:pt x="1858" y="239"/>
                    <a:pt x="1786" y="168"/>
                    <a:pt x="1715" y="168"/>
                  </a:cubicBezTo>
                  <a:cubicBezTo>
                    <a:pt x="1644" y="168"/>
                    <a:pt x="1572" y="239"/>
                    <a:pt x="1572" y="311"/>
                  </a:cubicBezTo>
                  <a:lnTo>
                    <a:pt x="1572" y="1597"/>
                  </a:lnTo>
                  <a:lnTo>
                    <a:pt x="1334" y="1597"/>
                  </a:lnTo>
                  <a:lnTo>
                    <a:pt x="1334" y="1120"/>
                  </a:lnTo>
                  <a:cubicBezTo>
                    <a:pt x="1334" y="1049"/>
                    <a:pt x="1263" y="977"/>
                    <a:pt x="1191" y="977"/>
                  </a:cubicBezTo>
                  <a:cubicBezTo>
                    <a:pt x="1096" y="977"/>
                    <a:pt x="1024" y="1049"/>
                    <a:pt x="1024" y="1120"/>
                  </a:cubicBezTo>
                  <a:lnTo>
                    <a:pt x="1024" y="1597"/>
                  </a:lnTo>
                  <a:lnTo>
                    <a:pt x="786" y="1597"/>
                  </a:lnTo>
                  <a:lnTo>
                    <a:pt x="786" y="763"/>
                  </a:lnTo>
                  <a:cubicBezTo>
                    <a:pt x="786" y="668"/>
                    <a:pt x="739" y="596"/>
                    <a:pt x="643" y="596"/>
                  </a:cubicBezTo>
                  <a:cubicBezTo>
                    <a:pt x="572" y="596"/>
                    <a:pt x="500" y="668"/>
                    <a:pt x="500" y="763"/>
                  </a:cubicBezTo>
                  <a:lnTo>
                    <a:pt x="500" y="1597"/>
                  </a:lnTo>
                  <a:lnTo>
                    <a:pt x="286" y="1597"/>
                  </a:lnTo>
                  <a:lnTo>
                    <a:pt x="286" y="144"/>
                  </a:lnTo>
                  <a:cubicBezTo>
                    <a:pt x="286" y="72"/>
                    <a:pt x="215" y="1"/>
                    <a:pt x="143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" name="Google Shape;2813;p94">
              <a:extLst>
                <a:ext uri="{FF2B5EF4-FFF2-40B4-BE49-F238E27FC236}">
                  <a16:creationId xmlns:a16="http://schemas.microsoft.com/office/drawing/2014/main" id="{FC69A224-7204-4F13-827A-8F6CFF13CA93}"/>
                </a:ext>
              </a:extLst>
            </p:cNvPr>
            <p:cNvSpPr/>
            <p:nvPr/>
          </p:nvSpPr>
          <p:spPr>
            <a:xfrm>
              <a:off x="4789296" y="2294680"/>
              <a:ext cx="168267" cy="172069"/>
            </a:xfrm>
            <a:custGeom>
              <a:avLst/>
              <a:gdLst/>
              <a:ahLst/>
              <a:cxnLst/>
              <a:rect l="l" t="t" r="r" b="b"/>
              <a:pathLst>
                <a:path w="5002" h="5002" extrusionOk="0">
                  <a:moveTo>
                    <a:pt x="2501" y="1215"/>
                  </a:moveTo>
                  <a:cubicBezTo>
                    <a:pt x="3216" y="1215"/>
                    <a:pt x="3811" y="1787"/>
                    <a:pt x="3811" y="2501"/>
                  </a:cubicBezTo>
                  <a:cubicBezTo>
                    <a:pt x="3811" y="3240"/>
                    <a:pt x="3216" y="3811"/>
                    <a:pt x="2501" y="3811"/>
                  </a:cubicBezTo>
                  <a:cubicBezTo>
                    <a:pt x="1787" y="3811"/>
                    <a:pt x="1215" y="3216"/>
                    <a:pt x="1215" y="2501"/>
                  </a:cubicBezTo>
                  <a:cubicBezTo>
                    <a:pt x="1215" y="1787"/>
                    <a:pt x="1787" y="1215"/>
                    <a:pt x="2501" y="1215"/>
                  </a:cubicBezTo>
                  <a:close/>
                  <a:moveTo>
                    <a:pt x="4692" y="2668"/>
                  </a:moveTo>
                  <a:cubicBezTo>
                    <a:pt x="4668" y="3121"/>
                    <a:pt x="4502" y="3549"/>
                    <a:pt x="4216" y="3883"/>
                  </a:cubicBezTo>
                  <a:lnTo>
                    <a:pt x="3787" y="3454"/>
                  </a:lnTo>
                  <a:cubicBezTo>
                    <a:pt x="3954" y="3216"/>
                    <a:pt x="4073" y="2954"/>
                    <a:pt x="4097" y="2668"/>
                  </a:cubicBezTo>
                  <a:close/>
                  <a:moveTo>
                    <a:pt x="2358" y="311"/>
                  </a:moveTo>
                  <a:lnTo>
                    <a:pt x="2358" y="930"/>
                  </a:lnTo>
                  <a:cubicBezTo>
                    <a:pt x="1549" y="1001"/>
                    <a:pt x="906" y="1692"/>
                    <a:pt x="906" y="2501"/>
                  </a:cubicBezTo>
                  <a:cubicBezTo>
                    <a:pt x="906" y="3383"/>
                    <a:pt x="1620" y="4097"/>
                    <a:pt x="2501" y="4097"/>
                  </a:cubicBezTo>
                  <a:cubicBezTo>
                    <a:pt x="2930" y="4097"/>
                    <a:pt x="3311" y="3954"/>
                    <a:pt x="3597" y="3668"/>
                  </a:cubicBezTo>
                  <a:cubicBezTo>
                    <a:pt x="3740" y="3811"/>
                    <a:pt x="3883" y="3954"/>
                    <a:pt x="4025" y="4097"/>
                  </a:cubicBezTo>
                  <a:cubicBezTo>
                    <a:pt x="3644" y="4478"/>
                    <a:pt x="3097" y="4716"/>
                    <a:pt x="2501" y="4716"/>
                  </a:cubicBezTo>
                  <a:cubicBezTo>
                    <a:pt x="1287" y="4716"/>
                    <a:pt x="310" y="3716"/>
                    <a:pt x="310" y="2501"/>
                  </a:cubicBezTo>
                  <a:cubicBezTo>
                    <a:pt x="310" y="1335"/>
                    <a:pt x="1215" y="382"/>
                    <a:pt x="2358" y="311"/>
                  </a:cubicBezTo>
                  <a:close/>
                  <a:moveTo>
                    <a:pt x="2501" y="1"/>
                  </a:moveTo>
                  <a:cubicBezTo>
                    <a:pt x="1120" y="1"/>
                    <a:pt x="1" y="1144"/>
                    <a:pt x="1" y="2501"/>
                  </a:cubicBezTo>
                  <a:cubicBezTo>
                    <a:pt x="1" y="3883"/>
                    <a:pt x="1120" y="5002"/>
                    <a:pt x="2501" y="5002"/>
                  </a:cubicBezTo>
                  <a:cubicBezTo>
                    <a:pt x="3883" y="5002"/>
                    <a:pt x="5002" y="3883"/>
                    <a:pt x="5002" y="2501"/>
                  </a:cubicBezTo>
                  <a:cubicBezTo>
                    <a:pt x="5002" y="1978"/>
                    <a:pt x="4835" y="1477"/>
                    <a:pt x="4526" y="1049"/>
                  </a:cubicBezTo>
                  <a:cubicBezTo>
                    <a:pt x="4499" y="1009"/>
                    <a:pt x="4459" y="992"/>
                    <a:pt x="4415" y="992"/>
                  </a:cubicBezTo>
                  <a:cubicBezTo>
                    <a:pt x="4380" y="992"/>
                    <a:pt x="4343" y="1004"/>
                    <a:pt x="4311" y="1025"/>
                  </a:cubicBezTo>
                  <a:cubicBezTo>
                    <a:pt x="4264" y="1073"/>
                    <a:pt x="4240" y="1144"/>
                    <a:pt x="4287" y="1215"/>
                  </a:cubicBezTo>
                  <a:cubicBezTo>
                    <a:pt x="4526" y="1549"/>
                    <a:pt x="4668" y="1954"/>
                    <a:pt x="4692" y="2359"/>
                  </a:cubicBezTo>
                  <a:lnTo>
                    <a:pt x="4097" y="2359"/>
                  </a:lnTo>
                  <a:cubicBezTo>
                    <a:pt x="4025" y="1597"/>
                    <a:pt x="3406" y="1001"/>
                    <a:pt x="2644" y="930"/>
                  </a:cubicBezTo>
                  <a:lnTo>
                    <a:pt x="2644" y="311"/>
                  </a:lnTo>
                  <a:cubicBezTo>
                    <a:pt x="3097" y="334"/>
                    <a:pt x="3501" y="501"/>
                    <a:pt x="3859" y="787"/>
                  </a:cubicBezTo>
                  <a:cubicBezTo>
                    <a:pt x="3886" y="805"/>
                    <a:pt x="3917" y="813"/>
                    <a:pt x="3947" y="813"/>
                  </a:cubicBezTo>
                  <a:cubicBezTo>
                    <a:pt x="3996" y="813"/>
                    <a:pt x="4044" y="792"/>
                    <a:pt x="4073" y="763"/>
                  </a:cubicBezTo>
                  <a:cubicBezTo>
                    <a:pt x="4121" y="692"/>
                    <a:pt x="4121" y="596"/>
                    <a:pt x="4049" y="549"/>
                  </a:cubicBezTo>
                  <a:cubicBezTo>
                    <a:pt x="3597" y="191"/>
                    <a:pt x="3073" y="1"/>
                    <a:pt x="2501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" name="Google Shape;2814;p94">
              <a:extLst>
                <a:ext uri="{FF2B5EF4-FFF2-40B4-BE49-F238E27FC236}">
                  <a16:creationId xmlns:a16="http://schemas.microsoft.com/office/drawing/2014/main" id="{CC942708-1EED-4719-A7AB-15E25B610BA4}"/>
                </a:ext>
              </a:extLst>
            </p:cNvPr>
            <p:cNvSpPr/>
            <p:nvPr/>
          </p:nvSpPr>
          <p:spPr>
            <a:xfrm>
              <a:off x="4794107" y="2453402"/>
              <a:ext cx="24086" cy="17475"/>
            </a:xfrm>
            <a:custGeom>
              <a:avLst/>
              <a:gdLst/>
              <a:ahLst/>
              <a:cxnLst/>
              <a:rect l="l" t="t" r="r" b="b"/>
              <a:pathLst>
                <a:path w="716" h="508" extrusionOk="0">
                  <a:moveTo>
                    <a:pt x="167" y="1"/>
                  </a:moveTo>
                  <a:cubicBezTo>
                    <a:pt x="132" y="1"/>
                    <a:pt x="96" y="19"/>
                    <a:pt x="72" y="55"/>
                  </a:cubicBezTo>
                  <a:cubicBezTo>
                    <a:pt x="1" y="102"/>
                    <a:pt x="1" y="197"/>
                    <a:pt x="72" y="245"/>
                  </a:cubicBezTo>
                  <a:lnTo>
                    <a:pt x="263" y="459"/>
                  </a:lnTo>
                  <a:cubicBezTo>
                    <a:pt x="286" y="483"/>
                    <a:pt x="334" y="507"/>
                    <a:pt x="358" y="507"/>
                  </a:cubicBezTo>
                  <a:cubicBezTo>
                    <a:pt x="405" y="507"/>
                    <a:pt x="429" y="483"/>
                    <a:pt x="477" y="459"/>
                  </a:cubicBezTo>
                  <a:lnTo>
                    <a:pt x="667" y="245"/>
                  </a:lnTo>
                  <a:cubicBezTo>
                    <a:pt x="715" y="197"/>
                    <a:pt x="715" y="102"/>
                    <a:pt x="667" y="55"/>
                  </a:cubicBezTo>
                  <a:cubicBezTo>
                    <a:pt x="632" y="19"/>
                    <a:pt x="590" y="1"/>
                    <a:pt x="551" y="1"/>
                  </a:cubicBezTo>
                  <a:cubicBezTo>
                    <a:pt x="513" y="1"/>
                    <a:pt x="477" y="19"/>
                    <a:pt x="453" y="55"/>
                  </a:cubicBezTo>
                  <a:lnTo>
                    <a:pt x="358" y="150"/>
                  </a:lnTo>
                  <a:lnTo>
                    <a:pt x="263" y="55"/>
                  </a:lnTo>
                  <a:cubicBezTo>
                    <a:pt x="239" y="19"/>
                    <a:pt x="203" y="1"/>
                    <a:pt x="16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7" name="Google Shape;2815;p94">
              <a:extLst>
                <a:ext uri="{FF2B5EF4-FFF2-40B4-BE49-F238E27FC236}">
                  <a16:creationId xmlns:a16="http://schemas.microsoft.com/office/drawing/2014/main" id="{75757593-004B-4B1D-8138-0CAB416ECD5D}"/>
                </a:ext>
              </a:extLst>
            </p:cNvPr>
            <p:cNvSpPr/>
            <p:nvPr/>
          </p:nvSpPr>
          <p:spPr>
            <a:xfrm>
              <a:off x="4883051" y="2382744"/>
              <a:ext cx="24053" cy="16856"/>
            </a:xfrm>
            <a:custGeom>
              <a:avLst/>
              <a:gdLst/>
              <a:ahLst/>
              <a:cxnLst/>
              <a:rect l="l" t="t" r="r" b="b"/>
              <a:pathLst>
                <a:path w="715" h="490" extrusionOk="0">
                  <a:moveTo>
                    <a:pt x="164" y="1"/>
                  </a:moveTo>
                  <a:cubicBezTo>
                    <a:pt x="125" y="1"/>
                    <a:pt x="83" y="13"/>
                    <a:pt x="48" y="37"/>
                  </a:cubicBezTo>
                  <a:cubicBezTo>
                    <a:pt x="0" y="84"/>
                    <a:pt x="0" y="180"/>
                    <a:pt x="48" y="251"/>
                  </a:cubicBezTo>
                  <a:lnTo>
                    <a:pt x="238" y="442"/>
                  </a:lnTo>
                  <a:cubicBezTo>
                    <a:pt x="286" y="465"/>
                    <a:pt x="310" y="489"/>
                    <a:pt x="357" y="489"/>
                  </a:cubicBezTo>
                  <a:cubicBezTo>
                    <a:pt x="381" y="489"/>
                    <a:pt x="429" y="465"/>
                    <a:pt x="453" y="442"/>
                  </a:cubicBezTo>
                  <a:lnTo>
                    <a:pt x="667" y="251"/>
                  </a:lnTo>
                  <a:cubicBezTo>
                    <a:pt x="714" y="180"/>
                    <a:pt x="714" y="84"/>
                    <a:pt x="667" y="37"/>
                  </a:cubicBezTo>
                  <a:cubicBezTo>
                    <a:pt x="631" y="13"/>
                    <a:pt x="589" y="1"/>
                    <a:pt x="551" y="1"/>
                  </a:cubicBezTo>
                  <a:cubicBezTo>
                    <a:pt x="512" y="1"/>
                    <a:pt x="476" y="13"/>
                    <a:pt x="453" y="37"/>
                  </a:cubicBezTo>
                  <a:lnTo>
                    <a:pt x="357" y="132"/>
                  </a:lnTo>
                  <a:lnTo>
                    <a:pt x="262" y="37"/>
                  </a:lnTo>
                  <a:cubicBezTo>
                    <a:pt x="238" y="13"/>
                    <a:pt x="202" y="1"/>
                    <a:pt x="164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8" name="Google Shape;2816;p94">
              <a:extLst>
                <a:ext uri="{FF2B5EF4-FFF2-40B4-BE49-F238E27FC236}">
                  <a16:creationId xmlns:a16="http://schemas.microsoft.com/office/drawing/2014/main" id="{E064EA9E-2DFD-4EA3-B711-1609C3E46F7B}"/>
                </a:ext>
              </a:extLst>
            </p:cNvPr>
            <p:cNvSpPr/>
            <p:nvPr/>
          </p:nvSpPr>
          <p:spPr>
            <a:xfrm>
              <a:off x="4935899" y="2304106"/>
              <a:ext cx="24086" cy="16856"/>
            </a:xfrm>
            <a:custGeom>
              <a:avLst/>
              <a:gdLst/>
              <a:ahLst/>
              <a:cxnLst/>
              <a:rect l="l" t="t" r="r" b="b"/>
              <a:pathLst>
                <a:path w="716" h="490" extrusionOk="0">
                  <a:moveTo>
                    <a:pt x="168" y="1"/>
                  </a:moveTo>
                  <a:cubicBezTo>
                    <a:pt x="132" y="1"/>
                    <a:pt x="96" y="13"/>
                    <a:pt x="72" y="37"/>
                  </a:cubicBezTo>
                  <a:cubicBezTo>
                    <a:pt x="1" y="84"/>
                    <a:pt x="1" y="179"/>
                    <a:pt x="72" y="251"/>
                  </a:cubicBezTo>
                  <a:lnTo>
                    <a:pt x="263" y="441"/>
                  </a:lnTo>
                  <a:cubicBezTo>
                    <a:pt x="287" y="465"/>
                    <a:pt x="310" y="489"/>
                    <a:pt x="358" y="489"/>
                  </a:cubicBezTo>
                  <a:cubicBezTo>
                    <a:pt x="406" y="489"/>
                    <a:pt x="429" y="465"/>
                    <a:pt x="453" y="441"/>
                  </a:cubicBezTo>
                  <a:lnTo>
                    <a:pt x="668" y="251"/>
                  </a:lnTo>
                  <a:cubicBezTo>
                    <a:pt x="715" y="179"/>
                    <a:pt x="715" y="84"/>
                    <a:pt x="668" y="37"/>
                  </a:cubicBezTo>
                  <a:cubicBezTo>
                    <a:pt x="632" y="13"/>
                    <a:pt x="590" y="1"/>
                    <a:pt x="552" y="1"/>
                  </a:cubicBezTo>
                  <a:cubicBezTo>
                    <a:pt x="513" y="1"/>
                    <a:pt x="477" y="13"/>
                    <a:pt x="453" y="37"/>
                  </a:cubicBezTo>
                  <a:lnTo>
                    <a:pt x="358" y="132"/>
                  </a:lnTo>
                  <a:lnTo>
                    <a:pt x="263" y="37"/>
                  </a:lnTo>
                  <a:cubicBezTo>
                    <a:pt x="239" y="13"/>
                    <a:pt x="203" y="1"/>
                    <a:pt x="16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4E66C5A3-A3C5-30B4-C393-E9B38DD05805}"/>
              </a:ext>
            </a:extLst>
          </p:cNvPr>
          <p:cNvSpPr/>
          <p:nvPr/>
        </p:nvSpPr>
        <p:spPr>
          <a:xfrm>
            <a:off x="9337010" y="1396603"/>
            <a:ext cx="1504594" cy="1401168"/>
          </a:xfrm>
          <a:prstGeom prst="round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9" name="Заголовок 13">
            <a:extLst>
              <a:ext uri="{FF2B5EF4-FFF2-40B4-BE49-F238E27FC236}">
                <a16:creationId xmlns:a16="http://schemas.microsoft.com/office/drawing/2014/main" id="{32DE2C53-BA9C-FC6C-F0C8-C020E4D2E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rPr lang="ru-RU"/>
              <a:t>КОНТАКТ ПО-НОВОМУ</a:t>
            </a:r>
            <a:endParaRPr lang="ru-RU" dirty="0"/>
          </a:p>
        </p:txBody>
      </p:sp>
      <p:cxnSp>
        <p:nvCxnSpPr>
          <p:cNvPr id="14" name="Google Shape;2799;p94">
            <a:extLst>
              <a:ext uri="{FF2B5EF4-FFF2-40B4-BE49-F238E27FC236}">
                <a16:creationId xmlns:a16="http://schemas.microsoft.com/office/drawing/2014/main" id="{0372E42A-E229-C83D-8A7D-7D33518B16A2}"/>
              </a:ext>
            </a:extLst>
          </p:cNvPr>
          <p:cNvCxnSpPr>
            <a:cxnSpLocks/>
          </p:cNvCxnSpPr>
          <p:nvPr/>
        </p:nvCxnSpPr>
        <p:spPr>
          <a:xfrm flipV="1">
            <a:off x="6843165" y="2119165"/>
            <a:ext cx="2489934" cy="12489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03451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E39BFA-C414-3731-3F05-E28FB015D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6080F467-69D9-0742-2978-0590E2BF440F}"/>
              </a:ext>
            </a:extLst>
          </p:cNvPr>
          <p:cNvSpPr/>
          <p:nvPr/>
        </p:nvSpPr>
        <p:spPr>
          <a:xfrm>
            <a:off x="325170" y="1304256"/>
            <a:ext cx="11541659" cy="5052102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D48EA9B5-E41A-C397-3CFE-F967E98FC7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13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F975DC-7FFC-8C16-7A6D-78D26FCBD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104" y="414049"/>
            <a:ext cx="5994696" cy="552061"/>
          </a:xfrm>
        </p:spPr>
        <p:txBody>
          <a:bodyPr/>
          <a:lstStyle/>
          <a:p>
            <a:r>
              <a:rPr lang="ru-RU" sz="3600">
                <a:solidFill>
                  <a:schemeClr val="bg1"/>
                </a:solidFill>
              </a:rPr>
              <a:t>ФСП ID и достижения</a:t>
            </a:r>
            <a:endParaRPr lang="ru-RU" sz="3600" dirty="0">
              <a:solidFill>
                <a:schemeClr val="bg1"/>
              </a:solidFill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45210" y="1852896"/>
            <a:ext cx="1975490" cy="1737360"/>
          </a:xfrm>
          <a:prstGeom prst="roundRect">
            <a:avLst>
              <a:gd name="adj" fmla="val 12000"/>
            </a:avLst>
          </a:prstGeom>
          <a:solidFill>
            <a:srgbClr val="402FFF"/>
          </a:solidFill>
          <a:ln w="15875">
            <a:solidFill>
              <a:srgbClr val="402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700" b="1">
                <a:solidFill>
                  <a:srgbClr val="FFFFFF"/>
                </a:solidFill>
              </a:rPr>
              <a:t>Соискатель</a:t>
            </a:r>
          </a:p>
          <a:p>
            <a:pPr algn="ctr">
              <a:spcBef>
                <a:spcPts val="600"/>
              </a:spcBef>
            </a:pPr>
            <a:r>
              <a:rPr sz="1300">
                <a:solidFill>
                  <a:srgbClr val="FFFFFF"/>
                </a:solidFill>
              </a:rPr>
              <a:t>нажимает «Привязать ФСП ID»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620700" y="2721576"/>
            <a:ext cx="256032" cy="0"/>
          </a:xfrm>
          <a:prstGeom prst="line">
            <a:avLst/>
          </a:prstGeom>
          <a:ln w="25400">
            <a:solidFill>
              <a:srgbClr val="402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2876732" y="1852896"/>
            <a:ext cx="1975490" cy="1737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402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700" b="1">
                <a:solidFill>
                  <a:srgbClr val="402FFF"/>
                </a:solidFill>
              </a:rPr>
              <a:t>ФСП ID</a:t>
            </a:r>
          </a:p>
          <a:p>
            <a:pPr algn="ctr">
              <a:spcBef>
                <a:spcPts val="600"/>
              </a:spcBef>
            </a:pPr>
            <a:r>
              <a:rPr sz="1300">
                <a:solidFill>
                  <a:srgbClr val="1B1C21"/>
                </a:solidFill>
              </a:rPr>
              <a:t>вход в Keycloak, OIDC + PKCE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852222" y="2721576"/>
            <a:ext cx="256032" cy="0"/>
          </a:xfrm>
          <a:prstGeom prst="line">
            <a:avLst/>
          </a:prstGeom>
          <a:ln w="25400">
            <a:solidFill>
              <a:srgbClr val="402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108254" y="1852896"/>
            <a:ext cx="1975490" cy="1737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402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700" b="1">
                <a:solidFill>
                  <a:srgbClr val="402FFF"/>
                </a:solidFill>
              </a:rPr>
              <a:t>API</a:t>
            </a:r>
          </a:p>
          <a:p>
            <a:pPr algn="ctr">
              <a:spcBef>
                <a:spcPts val="600"/>
              </a:spcBef>
            </a:pPr>
            <a:r>
              <a:rPr sz="1300">
                <a:solidFill>
                  <a:srgbClr val="1B1C21"/>
                </a:solidFill>
              </a:rPr>
              <a:t>проверяет id_token, получает fsp_id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83744" y="2721576"/>
            <a:ext cx="256032" cy="0"/>
          </a:xfrm>
          <a:prstGeom prst="line">
            <a:avLst/>
          </a:prstGeom>
          <a:ln w="25400">
            <a:solidFill>
              <a:srgbClr val="402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339776" y="1852896"/>
            <a:ext cx="1975490" cy="1737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402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700" b="1">
                <a:solidFill>
                  <a:srgbClr val="402FFF"/>
                </a:solidFill>
              </a:rPr>
              <a:t>Реестр ФСП</a:t>
            </a:r>
          </a:p>
          <a:p>
            <a:pPr algn="ctr">
              <a:spcBef>
                <a:spcPts val="600"/>
              </a:spcBef>
            </a:pPr>
            <a:r>
              <a:rPr sz="1300">
                <a:solidFill>
                  <a:srgbClr val="1B1C21"/>
                </a:solidFill>
              </a:rPr>
              <a:t>разряды, места, уровни, даты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315266" y="2721576"/>
            <a:ext cx="256032" cy="0"/>
          </a:xfrm>
          <a:prstGeom prst="line">
            <a:avLst/>
          </a:prstGeom>
          <a:ln w="25400">
            <a:solidFill>
              <a:srgbClr val="402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71298" y="1852896"/>
            <a:ext cx="1975490" cy="1737360"/>
          </a:xfrm>
          <a:prstGeom prst="roundRect">
            <a:avLst>
              <a:gd name="adj" fmla="val 12000"/>
            </a:avLst>
          </a:prstGeom>
          <a:solidFill>
            <a:srgbClr val="402FFF"/>
          </a:solidFill>
          <a:ln w="15875">
            <a:solidFill>
              <a:srgbClr val="402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700" b="1">
                <a:solidFill>
                  <a:srgbClr val="FFFFFF"/>
                </a:solidFill>
              </a:rPr>
              <a:t>Подборка</a:t>
            </a:r>
          </a:p>
          <a:p>
            <a:pPr algn="ctr">
              <a:spcBef>
                <a:spcPts val="600"/>
              </a:spcBef>
            </a:pPr>
            <a:r>
              <a:rPr sz="1300">
                <a:solidFill>
                  <a:srgbClr val="FFFFFF"/>
                </a:solidFill>
              </a:rPr>
              <a:t>ФСП-скор поднимает в категории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5210" y="4001736"/>
            <a:ext cx="10901579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B1C21"/>
                </a:solidFill>
              </a:rPr>
              <a:t>Что берём из реестра: дисциплина, разряд (до МС), уровень соревнования, место, команда, дата, протокол.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1B1C21"/>
                </a:solidFill>
              </a:rPr>
              <a:t>Вклад достижения затухает за 2 года и насыщается: ФСП усиливает профиль, но не перевешивает тест и стек.</a:t>
            </a:r>
          </a:p>
          <a:p>
            <a:pPr algn="l">
              <a:spcBef>
                <a:spcPts val="600"/>
              </a:spcBef>
            </a:pPr>
            <a:r>
              <a:rPr sz="1400" b="1">
                <a:solidFill>
                  <a:srgbClr val="402FFF"/>
                </a:solidFill>
              </a:rPr>
              <a:t>Нет истории ФСП — нейтрально: «Нет данных ФСП», без штрафа.</a:t>
            </a:r>
          </a:p>
        </p:txBody>
      </p:sp>
    </p:spTree>
    <p:extLst>
      <p:ext uri="{BB962C8B-B14F-4D97-AF65-F5344CB8AC3E}">
        <p14:creationId xmlns:p14="http://schemas.microsoft.com/office/powerpoint/2010/main" val="23204032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E39BFA-C414-3731-3F05-E28FB015D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6080F467-69D9-0742-2978-0590E2BF440F}"/>
              </a:ext>
            </a:extLst>
          </p:cNvPr>
          <p:cNvSpPr/>
          <p:nvPr/>
        </p:nvSpPr>
        <p:spPr>
          <a:xfrm>
            <a:off x="325170" y="1304256"/>
            <a:ext cx="11541659" cy="5052102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D48EA9B5-E41A-C397-3CFE-F967E98FC7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13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F975DC-7FFC-8C16-7A6D-78D26FCBD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104" y="414049"/>
            <a:ext cx="5994696" cy="552061"/>
          </a:xfrm>
        </p:spPr>
        <p:txBody>
          <a:bodyPr/>
          <a:lstStyle/>
          <a:p>
            <a:r>
              <a:rPr lang="ru-RU" sz="3600">
                <a:solidFill>
                  <a:schemeClr val="bg1"/>
                </a:solidFill>
              </a:rPr>
              <a:t>Архитектура</a:t>
            </a:r>
            <a:endParaRPr lang="ru-RU" sz="3600" dirty="0">
              <a:solidFill>
                <a:schemeClr val="bg1"/>
              </a:solidFill>
            </a:endParaRPr>
          </a:p>
        </p:txBody>
      </p:sp>
      <p:pic>
        <p:nvPicPr>
          <p:cNvPr id="22" name="Picture 21" descr="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770" y="1904617"/>
            <a:ext cx="11084459" cy="3851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4032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0664B9-F30D-B51A-EC08-2389E212D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80060758-64A6-F41E-1825-51ECED521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90" y="370426"/>
            <a:ext cx="5562510" cy="442374"/>
          </a:xfrm>
        </p:spPr>
        <p:txBody>
          <a:bodyPr/>
          <a:lstStyle/>
          <a:p>
            <a:r>
              <a:rPr lang="ru-RU" sz="2000">
                <a:solidFill>
                  <a:schemeClr val="accent5"/>
                </a:solidFill>
              </a:rPr>
              <a:t>Безопасность и 152-ФЗ</a:t>
            </a:r>
            <a:endParaRPr lang="ru-RU" sz="2000" dirty="0">
              <a:solidFill>
                <a:schemeClr val="accent5"/>
              </a:solidFill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52DB1C19-1756-5691-5F80-177F3A79D35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1133" y="1695025"/>
            <a:ext cx="11247120" cy="712587"/>
          </a:xfrm>
        </p:spPr>
        <p:txBody>
          <a:bodyPr/>
          <a:lstStyle/>
          <a:p>
            <a:r>
              <a:rPr lang="ru-RU" b="1">
                <a:solidFill>
                  <a:srgbClr val="402FFF"/>
                </a:solidFill>
              </a:rPr>
              <a:t>Пароли и сессии. </a:t>
            </a:r>
            <a:r>
              <a:rPr lang="ru-RU">
                <a:solidFill>
                  <a:schemeClr val="tx1"/>
                </a:solidFill>
              </a:rPr>
              <a:t>Argon2id; короткий JWT и ротируемый refresh в httpOnly-cookie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40CC1337-8037-C8D6-4F63-245C2AF4E7A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21133" y="2552035"/>
            <a:ext cx="11247120" cy="712587"/>
          </a:xfrm>
        </p:spPr>
        <p:txBody>
          <a:bodyPr/>
          <a:lstStyle/>
          <a:p>
            <a:r>
              <a:rPr lang="ru-RU" b="1">
                <a:solidFill>
                  <a:srgbClr val="402FFF"/>
                </a:solidFill>
              </a:rPr>
              <a:t>Шифрование. </a:t>
            </a:r>
            <a:r>
              <a:rPr lang="ru-RU">
                <a:solidFill>
                  <a:schemeClr val="tx1"/>
                </a:solidFill>
              </a:rPr>
              <a:t>ФИО, контакты и видеозаписи теста — XChaCha20-Poly1305; переход на ГОСТ и СКЗИ без миграций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35A27D79-7CA2-000D-5EC5-DB6887DB4E4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1133" y="3409044"/>
            <a:ext cx="11247120" cy="712587"/>
          </a:xfrm>
        </p:spPr>
        <p:txBody>
          <a:bodyPr/>
          <a:lstStyle/>
          <a:p>
            <a:r>
              <a:rPr lang="ru-RU" b="1">
                <a:solidFill>
                  <a:srgbClr val="402FFF"/>
                </a:solidFill>
              </a:rPr>
              <a:t>Согласия. </a:t>
            </a:r>
            <a:r>
              <a:rPr lang="ru-RU">
                <a:solidFill>
                  <a:schemeClr val="tx1"/>
                </a:solidFill>
              </a:rPr>
              <a:t>Версионированные, с отзывом; без согласия на публикацию профиля нет в поиске; политика /privacy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49701722-A703-6CF6-2014-059F040DC58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21133" y="4266053"/>
            <a:ext cx="11247120" cy="712587"/>
          </a:xfrm>
        </p:spPr>
        <p:txBody>
          <a:bodyPr/>
          <a:lstStyle/>
          <a:p>
            <a:r>
              <a:rPr lang="ru-RU" b="1">
                <a:solidFill>
                  <a:srgbClr val="402FFF"/>
                </a:solidFill>
              </a:rPr>
              <a:t>14–17 лет. </a:t>
            </a:r>
            <a:r>
              <a:rPr lang="ru-RU">
                <a:solidFill>
                  <a:schemeClr val="tx1"/>
                </a:solidFill>
              </a:rPr>
              <a:t>Согласие законного представителя по ссылке из письма; в 18 ограничения снимаются сами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DE50EEA6-DEC5-5666-7D6D-27F8E37664B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21133" y="5123063"/>
            <a:ext cx="11247120" cy="712587"/>
          </a:xfrm>
        </p:spPr>
        <p:txBody>
          <a:bodyPr/>
          <a:lstStyle/>
          <a:p>
            <a:r>
              <a:rPr lang="ru-RU" b="1">
                <a:solidFill>
                  <a:srgbClr val="402FFF"/>
                </a:solidFill>
              </a:rPr>
              <a:t>Прозрачность. </a:t>
            </a:r>
            <a:r>
              <a:rPr lang="ru-RU">
                <a:solidFill>
                  <a:schemeClr val="tx1"/>
                </a:solidFill>
              </a:rPr>
              <a:t>Контакты закрыты на уровне типов; соискатель видит, кто их открывал, и выгружает свои данные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311126D8-C4EA-ED36-FA09-D0ED6388C8B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41475" y="6356350"/>
            <a:ext cx="558800" cy="365125"/>
          </a:xfrm>
        </p:spPr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15</a:t>
            </a:fld>
            <a:endParaRPr lang="ru-RU" dirty="0">
              <a:solidFill>
                <a:schemeClr val="accent5"/>
              </a:solidFill>
            </a:endParaRPr>
          </a:p>
        </p:txBody>
      </p:sp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C40756DD-053E-22C9-6492-BAE6C92C555E}"/>
              </a:ext>
            </a:extLst>
          </p:cNvPr>
          <p:cNvCxnSpPr>
            <a:cxnSpLocks/>
          </p:cNvCxnSpPr>
          <p:nvPr/>
        </p:nvCxnSpPr>
        <p:spPr>
          <a:xfrm>
            <a:off x="521133" y="1604660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00DEE536-8C7E-5FF9-89E1-82A9988D844D}"/>
              </a:ext>
            </a:extLst>
          </p:cNvPr>
          <p:cNvCxnSpPr>
            <a:cxnSpLocks/>
          </p:cNvCxnSpPr>
          <p:nvPr/>
        </p:nvCxnSpPr>
        <p:spPr>
          <a:xfrm>
            <a:off x="521133" y="246553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7E52340B-BDE2-4108-BF09-DF1807F1208F}"/>
              </a:ext>
            </a:extLst>
          </p:cNvPr>
          <p:cNvCxnSpPr>
            <a:cxnSpLocks/>
          </p:cNvCxnSpPr>
          <p:nvPr/>
        </p:nvCxnSpPr>
        <p:spPr>
          <a:xfrm>
            <a:off x="521133" y="334286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9D24F87D-A790-746E-F6AE-485B863A9B3E}"/>
              </a:ext>
            </a:extLst>
          </p:cNvPr>
          <p:cNvCxnSpPr>
            <a:cxnSpLocks/>
          </p:cNvCxnSpPr>
          <p:nvPr/>
        </p:nvCxnSpPr>
        <p:spPr>
          <a:xfrm>
            <a:off x="521133" y="418312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319081A8-2E23-9ED5-DAF3-7F8B5653DD5D}"/>
              </a:ext>
            </a:extLst>
          </p:cNvPr>
          <p:cNvCxnSpPr>
            <a:cxnSpLocks/>
          </p:cNvCxnSpPr>
          <p:nvPr/>
        </p:nvCxnSpPr>
        <p:spPr>
          <a:xfrm>
            <a:off x="521133" y="5048098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97936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0664B9-F30D-B51A-EC08-2389E212D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80060758-64A6-F41E-1825-51ECED521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90" y="370426"/>
            <a:ext cx="5562510" cy="442374"/>
          </a:xfrm>
        </p:spPr>
        <p:txBody>
          <a:bodyPr/>
          <a:lstStyle/>
          <a:p>
            <a:r>
              <a:rPr lang="ru-RU" sz="2000">
                <a:solidFill>
                  <a:schemeClr val="accent5"/>
                </a:solidFill>
              </a:rPr>
              <a:t>Планы развития</a:t>
            </a:r>
            <a:endParaRPr lang="ru-RU" sz="2000" dirty="0">
              <a:solidFill>
                <a:schemeClr val="accent5"/>
              </a:solidFill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52DB1C19-1756-5691-5F80-177F3A79D35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1133" y="1695025"/>
            <a:ext cx="11247120" cy="712587"/>
          </a:xfrm>
        </p:spPr>
        <p:txBody>
          <a:bodyPr/>
          <a:lstStyle/>
          <a:p>
            <a:r>
              <a:rPr lang="ru-RU" b="1">
                <a:solidFill>
                  <a:srgbClr val="402FFF"/>
                </a:solidFill>
              </a:rPr>
              <a:t>Реестр ФСП. </a:t>
            </a:r>
            <a:r>
              <a:rPr lang="ru-RU">
                <a:solidFill>
                  <a:schemeClr val="tx1"/>
                </a:solidFill>
              </a:rPr>
              <a:t>Подключение реального реестра и вход на платформу через ФСП ID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40CC1337-8037-C8D6-4F63-245C2AF4E7A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21133" y="2552035"/>
            <a:ext cx="11247120" cy="712587"/>
          </a:xfrm>
        </p:spPr>
        <p:txBody>
          <a:bodyPr/>
          <a:lstStyle/>
          <a:p>
            <a:r>
              <a:rPr lang="ru-RU" b="1">
                <a:solidFill>
                  <a:srgbClr val="402FFF"/>
                </a:solidFill>
              </a:rPr>
              <a:t>Пилот теста. </a:t>
            </a:r>
            <a:r>
              <a:rPr lang="ru-RU">
                <a:solidFill>
                  <a:schemeClr val="tx1"/>
                </a:solidFill>
              </a:rPr>
              <a:t>На участниках соревнований: сверка грейда с разрядом, повторная сдача через неделю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35A27D79-7CA2-000D-5EC5-DB6887DB4E4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1133" y="3409044"/>
            <a:ext cx="11247120" cy="712587"/>
          </a:xfrm>
        </p:spPr>
        <p:txBody>
          <a:bodyPr/>
          <a:lstStyle/>
          <a:p>
            <a:r>
              <a:rPr lang="ru-RU" b="1">
                <a:solidFill>
                  <a:srgbClr val="402FFF"/>
                </a:solidFill>
              </a:rPr>
              <a:t>Калибровка на исходах. </a:t>
            </a:r>
            <a:r>
              <a:rPr lang="ru-RU">
                <a:solidFill>
                  <a:schemeClr val="tx1"/>
                </a:solidFill>
              </a:rPr>
              <a:t>Веса подбора и параметры заданий по реальным этапам найма из ATS компаний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49701722-A703-6CF6-2014-059F040DC58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21133" y="4266053"/>
            <a:ext cx="11247120" cy="712587"/>
          </a:xfrm>
        </p:spPr>
        <p:txBody>
          <a:bodyPr/>
          <a:lstStyle/>
          <a:p>
            <a:r>
              <a:rPr lang="ru-RU" b="1">
                <a:solidFill>
                  <a:srgbClr val="402FFF"/>
                </a:solidFill>
              </a:rPr>
              <a:t>Антифейк. </a:t>
            </a:r>
            <a:r>
              <a:rPr lang="ru-RU">
                <a:solidFill>
                  <a:schemeClr val="tx1"/>
                </a:solidFill>
              </a:rPr>
              <a:t>Проверка ИНН и ОГРН по ЕГРЮЛ, интерфейс модерации, домен через DNS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DE50EEA6-DEC5-5666-7D6D-27F8E37664B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21133" y="5123063"/>
            <a:ext cx="11247120" cy="712587"/>
          </a:xfrm>
        </p:spPr>
        <p:txBody>
          <a:bodyPr/>
          <a:lstStyle/>
          <a:p>
            <a:r>
              <a:rPr lang="ru-RU" b="1">
                <a:solidFill>
                  <a:srgbClr val="402FFF"/>
                </a:solidFill>
              </a:rPr>
              <a:t>Нативные коннекторы ATS. </a:t>
            </a:r>
            <a:r>
              <a:rPr lang="ru-RU">
                <a:solidFill>
                  <a:schemeClr val="tx1"/>
                </a:solidFill>
              </a:rPr>
              <a:t>Huntflow, Поток, Talantix поверх готовых вебхуков и API-ключей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311126D8-C4EA-ED36-FA09-D0ED6388C8B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41475" y="6356350"/>
            <a:ext cx="558800" cy="365125"/>
          </a:xfrm>
        </p:spPr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15</a:t>
            </a:fld>
            <a:endParaRPr lang="ru-RU" dirty="0">
              <a:solidFill>
                <a:schemeClr val="accent5"/>
              </a:solidFill>
            </a:endParaRPr>
          </a:p>
        </p:txBody>
      </p:sp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C40756DD-053E-22C9-6492-BAE6C92C555E}"/>
              </a:ext>
            </a:extLst>
          </p:cNvPr>
          <p:cNvCxnSpPr>
            <a:cxnSpLocks/>
          </p:cNvCxnSpPr>
          <p:nvPr/>
        </p:nvCxnSpPr>
        <p:spPr>
          <a:xfrm>
            <a:off x="521133" y="1604660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00DEE536-8C7E-5FF9-89E1-82A9988D844D}"/>
              </a:ext>
            </a:extLst>
          </p:cNvPr>
          <p:cNvCxnSpPr>
            <a:cxnSpLocks/>
          </p:cNvCxnSpPr>
          <p:nvPr/>
        </p:nvCxnSpPr>
        <p:spPr>
          <a:xfrm>
            <a:off x="521133" y="246553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7E52340B-BDE2-4108-BF09-DF1807F1208F}"/>
              </a:ext>
            </a:extLst>
          </p:cNvPr>
          <p:cNvCxnSpPr>
            <a:cxnSpLocks/>
          </p:cNvCxnSpPr>
          <p:nvPr/>
        </p:nvCxnSpPr>
        <p:spPr>
          <a:xfrm>
            <a:off x="521133" y="334286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9D24F87D-A790-746E-F6AE-485B863A9B3E}"/>
              </a:ext>
            </a:extLst>
          </p:cNvPr>
          <p:cNvCxnSpPr>
            <a:cxnSpLocks/>
          </p:cNvCxnSpPr>
          <p:nvPr/>
        </p:nvCxnSpPr>
        <p:spPr>
          <a:xfrm>
            <a:off x="521133" y="418312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319081A8-2E23-9ED5-DAF3-7F8B5653DD5D}"/>
              </a:ext>
            </a:extLst>
          </p:cNvPr>
          <p:cNvCxnSpPr>
            <a:cxnSpLocks/>
          </p:cNvCxnSpPr>
          <p:nvPr/>
        </p:nvCxnSpPr>
        <p:spPr>
          <a:xfrm>
            <a:off x="521133" y="5048098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97936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39125108-8C0F-2F06-5739-B84F0E2F138C}"/>
              </a:ext>
            </a:extLst>
          </p:cNvPr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grpSp>
        <p:nvGrpSpPr>
          <p:cNvPr id="8" name="Group 82">
            <a:extLst>
              <a:ext uri="{FF2B5EF4-FFF2-40B4-BE49-F238E27FC236}">
                <a16:creationId xmlns:a16="http://schemas.microsoft.com/office/drawing/2014/main" id="{24F452BD-B318-4752-95A0-FE784050E11F}"/>
              </a:ext>
            </a:extLst>
          </p:cNvPr>
          <p:cNvGrpSpPr>
            <a:grpSpLocks noChangeAspect="1"/>
          </p:cNvGrpSpPr>
          <p:nvPr/>
        </p:nvGrpSpPr>
        <p:grpSpPr>
          <a:xfrm>
            <a:off x="1149124" y="1149443"/>
            <a:ext cx="4267960" cy="2822929"/>
            <a:chOff x="1027152" y="2693983"/>
            <a:chExt cx="6796849" cy="4462905"/>
          </a:xfrm>
        </p:grpSpPr>
        <p:grpSp>
          <p:nvGrpSpPr>
            <p:cNvPr id="9" name="Group 83">
              <a:extLst>
                <a:ext uri="{FF2B5EF4-FFF2-40B4-BE49-F238E27FC236}">
                  <a16:creationId xmlns:a16="http://schemas.microsoft.com/office/drawing/2014/main" id="{FD5311CA-A8DA-4752-BCCC-9D77C86DAA8A}"/>
                </a:ext>
              </a:extLst>
            </p:cNvPr>
            <p:cNvGrpSpPr/>
            <p:nvPr/>
          </p:nvGrpSpPr>
          <p:grpSpPr>
            <a:xfrm>
              <a:off x="1027152" y="2693983"/>
              <a:ext cx="6796849" cy="4462905"/>
              <a:chOff x="1027152" y="2693983"/>
              <a:chExt cx="6796849" cy="4462905"/>
            </a:xfrm>
          </p:grpSpPr>
          <p:sp>
            <p:nvSpPr>
              <p:cNvPr id="12" name="AutoShape 1">
                <a:extLst>
                  <a:ext uri="{FF2B5EF4-FFF2-40B4-BE49-F238E27FC236}">
                    <a16:creationId xmlns:a16="http://schemas.microsoft.com/office/drawing/2014/main" id="{C5DD9855-9040-4A8E-8FC7-2A87D71D92A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029339" y="2693983"/>
                <a:ext cx="6794662" cy="4462905"/>
              </a:xfrm>
              <a:prstGeom prst="roundRect">
                <a:avLst>
                  <a:gd name="adj" fmla="val 1292"/>
                </a:avLst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3" name="Rectangle 2">
                <a:extLst>
                  <a:ext uri="{FF2B5EF4-FFF2-40B4-BE49-F238E27FC236}">
                    <a16:creationId xmlns:a16="http://schemas.microsoft.com/office/drawing/2014/main" id="{1CA962FF-DEAF-450E-BAC9-2CBF039F5E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7152" y="3024940"/>
                <a:ext cx="6794663" cy="315914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4" name="AutoShape 3">
                <a:extLst>
                  <a:ext uri="{FF2B5EF4-FFF2-40B4-BE49-F238E27FC236}">
                    <a16:creationId xmlns:a16="http://schemas.microsoft.com/office/drawing/2014/main" id="{29B32C08-05E5-455D-AB4B-FA780C0B9C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5351" y="2779230"/>
                <a:ext cx="2717865" cy="561624"/>
              </a:xfrm>
              <a:prstGeom prst="roundRect">
                <a:avLst>
                  <a:gd name="adj" fmla="val 11986"/>
                </a:avLst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5" name="Oval 4">
                <a:extLst>
                  <a:ext uri="{FF2B5EF4-FFF2-40B4-BE49-F238E27FC236}">
                    <a16:creationId xmlns:a16="http://schemas.microsoft.com/office/drawing/2014/main" id="{DB5DCAC2-FF8B-4D8A-8761-EF6BE6B4CB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37753" y="2814331"/>
                <a:ext cx="95903" cy="95276"/>
              </a:xfrm>
              <a:prstGeom prst="ellipse">
                <a:avLst/>
              </a:prstGeom>
              <a:solidFill>
                <a:schemeClr val="accent2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6" name="Oval 5">
                <a:extLst>
                  <a:ext uri="{FF2B5EF4-FFF2-40B4-BE49-F238E27FC236}">
                    <a16:creationId xmlns:a16="http://schemas.microsoft.com/office/drawing/2014/main" id="{A18062AF-728F-4F67-A9EE-6DA3DC1E6B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7620" y="2814331"/>
                <a:ext cx="95903" cy="95276"/>
              </a:xfrm>
              <a:prstGeom prst="ellipse">
                <a:avLst/>
              </a:prstGeom>
              <a:solidFill>
                <a:schemeClr val="accent3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7" name="Oval 6">
                <a:extLst>
                  <a:ext uri="{FF2B5EF4-FFF2-40B4-BE49-F238E27FC236}">
                    <a16:creationId xmlns:a16="http://schemas.microsoft.com/office/drawing/2014/main" id="{1F8B8CA3-31B9-4E3E-89F8-B823F31C1C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7486" y="2814331"/>
                <a:ext cx="95903" cy="95276"/>
              </a:xfrm>
              <a:prstGeom prst="ellipse">
                <a:avLst/>
              </a:prstGeom>
              <a:solidFill>
                <a:schemeClr val="accent4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8" name="Rectangle 92">
                <a:extLst>
                  <a:ext uri="{FF2B5EF4-FFF2-40B4-BE49-F238E27FC236}">
                    <a16:creationId xmlns:a16="http://schemas.microsoft.com/office/drawing/2014/main" id="{C40CC64C-4BDE-4B83-ACBA-76BBEC31E3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05844" y="3085114"/>
                <a:ext cx="5104773" cy="200580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B3B3B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grpSp>
            <p:nvGrpSpPr>
              <p:cNvPr id="19" name="Group 93">
                <a:extLst>
                  <a:ext uri="{FF2B5EF4-FFF2-40B4-BE49-F238E27FC236}">
                    <a16:creationId xmlns:a16="http://schemas.microsoft.com/office/drawing/2014/main" id="{021FE07F-E9DB-428E-864C-12ABBB046C13}"/>
                  </a:ext>
                </a:extLst>
              </p:cNvPr>
              <p:cNvGrpSpPr/>
              <p:nvPr/>
            </p:nvGrpSpPr>
            <p:grpSpPr>
              <a:xfrm>
                <a:off x="7494380" y="2779230"/>
                <a:ext cx="155357" cy="155272"/>
                <a:chOff x="4763" y="0"/>
                <a:chExt cx="2900362" cy="2898775"/>
              </a:xfrm>
              <a:solidFill>
                <a:schemeClr val="bg1">
                  <a:lumMod val="50000"/>
                </a:schemeClr>
              </a:solidFill>
            </p:grpSpPr>
            <p:sp>
              <p:nvSpPr>
                <p:cNvPr id="22" name="Freeform 13">
                  <a:extLst>
                    <a:ext uri="{FF2B5EF4-FFF2-40B4-BE49-F238E27FC236}">
                      <a16:creationId xmlns:a16="http://schemas.microsoft.com/office/drawing/2014/main" id="{8251ED56-D5C4-4244-B7B8-9CC65D6F8A0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0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2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3" name="Freeform 14">
                  <a:extLst>
                    <a:ext uri="{FF2B5EF4-FFF2-40B4-BE49-F238E27FC236}">
                      <a16:creationId xmlns:a16="http://schemas.microsoft.com/office/drawing/2014/main" id="{ECE11028-B7CA-451E-851D-176871A08FC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1087438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1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4" name="Freeform 15">
                  <a:extLst>
                    <a:ext uri="{FF2B5EF4-FFF2-40B4-BE49-F238E27FC236}">
                      <a16:creationId xmlns:a16="http://schemas.microsoft.com/office/drawing/2014/main" id="{C663966C-C5F6-4AF2-AC81-EF7A040B748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2171700"/>
                  <a:ext cx="727075" cy="727075"/>
                </a:xfrm>
                <a:custGeom>
                  <a:avLst/>
                  <a:gdLst>
                    <a:gd name="T0" fmla="*/ 168 w 193"/>
                    <a:gd name="T1" fmla="*/ 0 h 193"/>
                    <a:gd name="T2" fmla="*/ 24 w 193"/>
                    <a:gd name="T3" fmla="*/ 0 h 193"/>
                    <a:gd name="T4" fmla="*/ 0 w 193"/>
                    <a:gd name="T5" fmla="*/ 25 h 193"/>
                    <a:gd name="T6" fmla="*/ 0 w 193"/>
                    <a:gd name="T7" fmla="*/ 169 h 193"/>
                    <a:gd name="T8" fmla="*/ 24 w 193"/>
                    <a:gd name="T9" fmla="*/ 193 h 193"/>
                    <a:gd name="T10" fmla="*/ 168 w 193"/>
                    <a:gd name="T11" fmla="*/ 193 h 193"/>
                    <a:gd name="T12" fmla="*/ 193 w 193"/>
                    <a:gd name="T13" fmla="*/ 169 h 193"/>
                    <a:gd name="T14" fmla="*/ 193 w 193"/>
                    <a:gd name="T15" fmla="*/ 25 h 193"/>
                    <a:gd name="T16" fmla="*/ 168 w 193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2" y="193"/>
                        <a:pt x="193" y="182"/>
                        <a:pt x="193" y="169"/>
                      </a:cubicBezTo>
                      <a:cubicBezTo>
                        <a:pt x="193" y="25"/>
                        <a:pt x="193" y="25"/>
                        <a:pt x="193" y="25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5" name="Freeform 16">
                  <a:extLst>
                    <a:ext uri="{FF2B5EF4-FFF2-40B4-BE49-F238E27FC236}">
                      <a16:creationId xmlns:a16="http://schemas.microsoft.com/office/drawing/2014/main" id="{1231452A-2DB6-4628-B13E-989E3196783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0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6" name="Freeform 17">
                  <a:extLst>
                    <a:ext uri="{FF2B5EF4-FFF2-40B4-BE49-F238E27FC236}">
                      <a16:creationId xmlns:a16="http://schemas.microsoft.com/office/drawing/2014/main" id="{02B5F533-7190-4486-800E-50B9DEE2ECC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1087438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7" name="Freeform 18">
                  <a:extLst>
                    <a:ext uri="{FF2B5EF4-FFF2-40B4-BE49-F238E27FC236}">
                      <a16:creationId xmlns:a16="http://schemas.microsoft.com/office/drawing/2014/main" id="{E1197ACF-D4F7-4F4F-B51B-31BAB032032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2171700"/>
                  <a:ext cx="722312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8" name="Freeform 19">
                  <a:extLst>
                    <a:ext uri="{FF2B5EF4-FFF2-40B4-BE49-F238E27FC236}">
                      <a16:creationId xmlns:a16="http://schemas.microsoft.com/office/drawing/2014/main" id="{305C916E-AA00-40D3-979E-8385C880D15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0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9" name="Freeform 20">
                  <a:extLst>
                    <a:ext uri="{FF2B5EF4-FFF2-40B4-BE49-F238E27FC236}">
                      <a16:creationId xmlns:a16="http://schemas.microsoft.com/office/drawing/2014/main" id="{606A4951-C43E-4D62-8601-77DAE03DB7A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1087438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30" name="Freeform 21">
                  <a:extLst>
                    <a:ext uri="{FF2B5EF4-FFF2-40B4-BE49-F238E27FC236}">
                      <a16:creationId xmlns:a16="http://schemas.microsoft.com/office/drawing/2014/main" id="{E4DF5AB0-92B8-4555-8BFE-FEB94F35CC7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2171700"/>
                  <a:ext cx="723900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0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</p:grpSp>
          <p:sp>
            <p:nvSpPr>
              <p:cNvPr id="20" name="Freeform 25">
                <a:extLst>
                  <a:ext uri="{FF2B5EF4-FFF2-40B4-BE49-F238E27FC236}">
                    <a16:creationId xmlns:a16="http://schemas.microsoft.com/office/drawing/2014/main" id="{C904AC4F-21D6-40FC-874A-C69831B8A24B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7497092" y="3115886"/>
                <a:ext cx="146921" cy="128651"/>
              </a:xfrm>
              <a:custGeom>
                <a:avLst/>
                <a:gdLst>
                  <a:gd name="T0" fmla="*/ 504 w 896"/>
                  <a:gd name="T1" fmla="*/ 0 h 784"/>
                  <a:gd name="T2" fmla="*/ 116 w 896"/>
                  <a:gd name="T3" fmla="*/ 336 h 784"/>
                  <a:gd name="T4" fmla="*/ 0 w 896"/>
                  <a:gd name="T5" fmla="*/ 336 h 784"/>
                  <a:gd name="T6" fmla="*/ 168 w 896"/>
                  <a:gd name="T7" fmla="*/ 560 h 784"/>
                  <a:gd name="T8" fmla="*/ 336 w 896"/>
                  <a:gd name="T9" fmla="*/ 336 h 784"/>
                  <a:gd name="T10" fmla="*/ 230 w 896"/>
                  <a:gd name="T11" fmla="*/ 336 h 784"/>
                  <a:gd name="T12" fmla="*/ 504 w 896"/>
                  <a:gd name="T13" fmla="*/ 112 h 784"/>
                  <a:gd name="T14" fmla="*/ 784 w 896"/>
                  <a:gd name="T15" fmla="*/ 392 h 784"/>
                  <a:gd name="T16" fmla="*/ 504 w 896"/>
                  <a:gd name="T17" fmla="*/ 672 h 784"/>
                  <a:gd name="T18" fmla="*/ 504 w 896"/>
                  <a:gd name="T19" fmla="*/ 784 h 784"/>
                  <a:gd name="T20" fmla="*/ 896 w 896"/>
                  <a:gd name="T21" fmla="*/ 392 h 784"/>
                  <a:gd name="T22" fmla="*/ 504 w 896"/>
                  <a:gd name="T23" fmla="*/ 0 h 7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96" h="784">
                    <a:moveTo>
                      <a:pt x="504" y="0"/>
                    </a:moveTo>
                    <a:cubicBezTo>
                      <a:pt x="307" y="0"/>
                      <a:pt x="144" y="146"/>
                      <a:pt x="116" y="336"/>
                    </a:cubicBezTo>
                    <a:cubicBezTo>
                      <a:pt x="0" y="336"/>
                      <a:pt x="0" y="336"/>
                      <a:pt x="0" y="336"/>
                    </a:cubicBezTo>
                    <a:cubicBezTo>
                      <a:pt x="168" y="560"/>
                      <a:pt x="168" y="560"/>
                      <a:pt x="168" y="560"/>
                    </a:cubicBezTo>
                    <a:cubicBezTo>
                      <a:pt x="336" y="336"/>
                      <a:pt x="336" y="336"/>
                      <a:pt x="336" y="336"/>
                    </a:cubicBezTo>
                    <a:cubicBezTo>
                      <a:pt x="230" y="336"/>
                      <a:pt x="230" y="336"/>
                      <a:pt x="230" y="336"/>
                    </a:cubicBezTo>
                    <a:cubicBezTo>
                      <a:pt x="256" y="208"/>
                      <a:pt x="369" y="112"/>
                      <a:pt x="504" y="112"/>
                    </a:cubicBezTo>
                    <a:cubicBezTo>
                      <a:pt x="658" y="112"/>
                      <a:pt x="784" y="238"/>
                      <a:pt x="784" y="392"/>
                    </a:cubicBezTo>
                    <a:cubicBezTo>
                      <a:pt x="784" y="546"/>
                      <a:pt x="658" y="672"/>
                      <a:pt x="504" y="672"/>
                    </a:cubicBezTo>
                    <a:cubicBezTo>
                      <a:pt x="504" y="784"/>
                      <a:pt x="504" y="784"/>
                      <a:pt x="504" y="784"/>
                    </a:cubicBezTo>
                    <a:cubicBezTo>
                      <a:pt x="721" y="784"/>
                      <a:pt x="896" y="609"/>
                      <a:pt x="896" y="392"/>
                    </a:cubicBezTo>
                    <a:cubicBezTo>
                      <a:pt x="896" y="175"/>
                      <a:pt x="721" y="0"/>
                      <a:pt x="504" y="0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21" name="Oval 6">
                <a:extLst>
                  <a:ext uri="{FF2B5EF4-FFF2-40B4-BE49-F238E27FC236}">
                    <a16:creationId xmlns:a16="http://schemas.microsoft.com/office/drawing/2014/main" id="{008AEF74-0CB4-4F9D-941F-B3FDCFD4AC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5635" y="2814331"/>
                <a:ext cx="95903" cy="95276"/>
              </a:xfrm>
              <a:prstGeom prst="ellipse">
                <a:avLst/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FF43D9F-F201-460A-B5AB-10C4C6323FC9}"/>
                </a:ext>
              </a:extLst>
            </p:cNvPr>
            <p:cNvSpPr txBox="1"/>
            <p:nvPr/>
          </p:nvSpPr>
          <p:spPr>
            <a:xfrm>
              <a:off x="2391108" y="2996115"/>
              <a:ext cx="1593994" cy="3970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d-ID" sz="800" dirty="0">
                  <a:solidFill>
                    <a:schemeClr val="tx1"/>
                  </a:solidFill>
                  <a:latin typeface="Poppins Light" charset="0"/>
                  <a:ea typeface="Poppins Light" charset="0"/>
                  <a:cs typeface="Poppins Light" charset="0"/>
                </a:rPr>
                <a:t>localhost:8080</a:t>
              </a:r>
            </a:p>
          </p:txBody>
        </p:sp>
        <p:sp>
          <p:nvSpPr>
            <p:cNvPr id="11" name="Freeform 29">
              <a:extLst>
                <a:ext uri="{FF2B5EF4-FFF2-40B4-BE49-F238E27FC236}">
                  <a16:creationId xmlns:a16="http://schemas.microsoft.com/office/drawing/2014/main" id="{773BAD95-B78D-42DD-A801-8B84C3BF532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69943" y="3130076"/>
              <a:ext cx="115372" cy="115448"/>
            </a:xfrm>
            <a:custGeom>
              <a:avLst/>
              <a:gdLst>
                <a:gd name="T0" fmla="*/ 0 w 636"/>
                <a:gd name="T1" fmla="*/ 318 h 636"/>
                <a:gd name="T2" fmla="*/ 636 w 636"/>
                <a:gd name="T3" fmla="*/ 318 h 636"/>
                <a:gd name="T4" fmla="*/ 594 w 636"/>
                <a:gd name="T5" fmla="*/ 308 h 636"/>
                <a:gd name="T6" fmla="*/ 448 w 636"/>
                <a:gd name="T7" fmla="*/ 179 h 636"/>
                <a:gd name="T8" fmla="*/ 594 w 636"/>
                <a:gd name="T9" fmla="*/ 308 h 636"/>
                <a:gd name="T10" fmla="*/ 223 w 636"/>
                <a:gd name="T11" fmla="*/ 486 h 636"/>
                <a:gd name="T12" fmla="*/ 308 w 636"/>
                <a:gd name="T13" fmla="*/ 594 h 636"/>
                <a:gd name="T14" fmla="*/ 329 w 636"/>
                <a:gd name="T15" fmla="*/ 42 h 636"/>
                <a:gd name="T16" fmla="*/ 328 w 636"/>
                <a:gd name="T17" fmla="*/ 184 h 636"/>
                <a:gd name="T18" fmla="*/ 329 w 636"/>
                <a:gd name="T19" fmla="*/ 42 h 636"/>
                <a:gd name="T20" fmla="*/ 510 w 636"/>
                <a:gd name="T21" fmla="*/ 119 h 636"/>
                <a:gd name="T22" fmla="*/ 363 w 636"/>
                <a:gd name="T23" fmla="*/ 45 h 636"/>
                <a:gd name="T24" fmla="*/ 308 w 636"/>
                <a:gd name="T25" fmla="*/ 184 h 636"/>
                <a:gd name="T26" fmla="*/ 307 w 636"/>
                <a:gd name="T27" fmla="*/ 42 h 636"/>
                <a:gd name="T28" fmla="*/ 196 w 636"/>
                <a:gd name="T29" fmla="*/ 160 h 636"/>
                <a:gd name="T30" fmla="*/ 273 w 636"/>
                <a:gd name="T31" fmla="*/ 45 h 636"/>
                <a:gd name="T32" fmla="*/ 207 w 636"/>
                <a:gd name="T33" fmla="*/ 186 h 636"/>
                <a:gd name="T34" fmla="*/ 308 w 636"/>
                <a:gd name="T35" fmla="*/ 308 h 636"/>
                <a:gd name="T36" fmla="*/ 207 w 636"/>
                <a:gd name="T37" fmla="*/ 186 h 636"/>
                <a:gd name="T38" fmla="*/ 308 w 636"/>
                <a:gd name="T39" fmla="*/ 452 h 636"/>
                <a:gd name="T40" fmla="*/ 185 w 636"/>
                <a:gd name="T41" fmla="*/ 328 h 636"/>
                <a:gd name="T42" fmla="*/ 273 w 636"/>
                <a:gd name="T43" fmla="*/ 591 h 636"/>
                <a:gd name="T44" fmla="*/ 204 w 636"/>
                <a:gd name="T45" fmla="*/ 493 h 636"/>
                <a:gd name="T46" fmla="*/ 328 w 636"/>
                <a:gd name="T47" fmla="*/ 594 h 636"/>
                <a:gd name="T48" fmla="*/ 413 w 636"/>
                <a:gd name="T49" fmla="*/ 486 h 636"/>
                <a:gd name="T50" fmla="*/ 328 w 636"/>
                <a:gd name="T51" fmla="*/ 594 h 636"/>
                <a:gd name="T52" fmla="*/ 498 w 636"/>
                <a:gd name="T53" fmla="*/ 528 h 636"/>
                <a:gd name="T54" fmla="*/ 432 w 636"/>
                <a:gd name="T55" fmla="*/ 493 h 636"/>
                <a:gd name="T56" fmla="*/ 328 w 636"/>
                <a:gd name="T57" fmla="*/ 452 h 636"/>
                <a:gd name="T58" fmla="*/ 451 w 636"/>
                <a:gd name="T59" fmla="*/ 328 h 636"/>
                <a:gd name="T60" fmla="*/ 328 w 636"/>
                <a:gd name="T61" fmla="*/ 308 h 636"/>
                <a:gd name="T62" fmla="*/ 429 w 636"/>
                <a:gd name="T63" fmla="*/ 186 h 636"/>
                <a:gd name="T64" fmla="*/ 328 w 636"/>
                <a:gd name="T65" fmla="*/ 308 h 636"/>
                <a:gd name="T66" fmla="*/ 188 w 636"/>
                <a:gd name="T67" fmla="*/ 179 h 636"/>
                <a:gd name="T68" fmla="*/ 42 w 636"/>
                <a:gd name="T69" fmla="*/ 308 h 636"/>
                <a:gd name="T70" fmla="*/ 42 w 636"/>
                <a:gd name="T71" fmla="*/ 328 h 636"/>
                <a:gd name="T72" fmla="*/ 195 w 636"/>
                <a:gd name="T73" fmla="*/ 475 h 636"/>
                <a:gd name="T74" fmla="*/ 42 w 636"/>
                <a:gd name="T75" fmla="*/ 328 h 636"/>
                <a:gd name="T76" fmla="*/ 441 w 636"/>
                <a:gd name="T77" fmla="*/ 475 h 636"/>
                <a:gd name="T78" fmla="*/ 594 w 636"/>
                <a:gd name="T79" fmla="*/ 328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636" h="636">
                  <a:moveTo>
                    <a:pt x="318" y="0"/>
                  </a:moveTo>
                  <a:cubicBezTo>
                    <a:pt x="142" y="0"/>
                    <a:pt x="0" y="142"/>
                    <a:pt x="0" y="318"/>
                  </a:cubicBezTo>
                  <a:cubicBezTo>
                    <a:pt x="0" y="494"/>
                    <a:pt x="142" y="636"/>
                    <a:pt x="318" y="636"/>
                  </a:cubicBezTo>
                  <a:cubicBezTo>
                    <a:pt x="494" y="636"/>
                    <a:pt x="636" y="494"/>
                    <a:pt x="636" y="318"/>
                  </a:cubicBezTo>
                  <a:cubicBezTo>
                    <a:pt x="636" y="142"/>
                    <a:pt x="494" y="0"/>
                    <a:pt x="318" y="0"/>
                  </a:cubicBezTo>
                  <a:close/>
                  <a:moveTo>
                    <a:pt x="594" y="308"/>
                  </a:moveTo>
                  <a:cubicBezTo>
                    <a:pt x="471" y="308"/>
                    <a:pt x="471" y="308"/>
                    <a:pt x="471" y="308"/>
                  </a:cubicBezTo>
                  <a:cubicBezTo>
                    <a:pt x="470" y="262"/>
                    <a:pt x="462" y="219"/>
                    <a:pt x="448" y="179"/>
                  </a:cubicBezTo>
                  <a:cubicBezTo>
                    <a:pt x="476" y="168"/>
                    <a:pt x="501" y="152"/>
                    <a:pt x="525" y="134"/>
                  </a:cubicBezTo>
                  <a:cubicBezTo>
                    <a:pt x="566" y="181"/>
                    <a:pt x="592" y="241"/>
                    <a:pt x="594" y="308"/>
                  </a:cubicBezTo>
                  <a:close/>
                  <a:moveTo>
                    <a:pt x="307" y="594"/>
                  </a:moveTo>
                  <a:cubicBezTo>
                    <a:pt x="273" y="566"/>
                    <a:pt x="244" y="529"/>
                    <a:pt x="223" y="486"/>
                  </a:cubicBezTo>
                  <a:cubicBezTo>
                    <a:pt x="250" y="478"/>
                    <a:pt x="278" y="473"/>
                    <a:pt x="308" y="472"/>
                  </a:cubicBezTo>
                  <a:cubicBezTo>
                    <a:pt x="308" y="594"/>
                    <a:pt x="308" y="594"/>
                    <a:pt x="308" y="594"/>
                  </a:cubicBezTo>
                  <a:cubicBezTo>
                    <a:pt x="307" y="594"/>
                    <a:pt x="307" y="594"/>
                    <a:pt x="307" y="594"/>
                  </a:cubicBezTo>
                  <a:close/>
                  <a:moveTo>
                    <a:pt x="329" y="42"/>
                  </a:moveTo>
                  <a:cubicBezTo>
                    <a:pt x="368" y="74"/>
                    <a:pt x="400" y="117"/>
                    <a:pt x="421" y="167"/>
                  </a:cubicBezTo>
                  <a:cubicBezTo>
                    <a:pt x="392" y="177"/>
                    <a:pt x="361" y="183"/>
                    <a:pt x="328" y="184"/>
                  </a:cubicBezTo>
                  <a:cubicBezTo>
                    <a:pt x="328" y="42"/>
                    <a:pt x="328" y="42"/>
                    <a:pt x="328" y="42"/>
                  </a:cubicBezTo>
                  <a:cubicBezTo>
                    <a:pt x="329" y="42"/>
                    <a:pt x="329" y="42"/>
                    <a:pt x="329" y="42"/>
                  </a:cubicBezTo>
                  <a:close/>
                  <a:moveTo>
                    <a:pt x="363" y="45"/>
                  </a:moveTo>
                  <a:cubicBezTo>
                    <a:pt x="420" y="55"/>
                    <a:pt x="471" y="81"/>
                    <a:pt x="510" y="119"/>
                  </a:cubicBezTo>
                  <a:cubicBezTo>
                    <a:pt x="489" y="136"/>
                    <a:pt x="466" y="150"/>
                    <a:pt x="440" y="160"/>
                  </a:cubicBezTo>
                  <a:cubicBezTo>
                    <a:pt x="421" y="116"/>
                    <a:pt x="395" y="77"/>
                    <a:pt x="363" y="45"/>
                  </a:cubicBezTo>
                  <a:close/>
                  <a:moveTo>
                    <a:pt x="308" y="42"/>
                  </a:moveTo>
                  <a:cubicBezTo>
                    <a:pt x="308" y="184"/>
                    <a:pt x="308" y="184"/>
                    <a:pt x="308" y="184"/>
                  </a:cubicBezTo>
                  <a:cubicBezTo>
                    <a:pt x="275" y="183"/>
                    <a:pt x="244" y="177"/>
                    <a:pt x="215" y="167"/>
                  </a:cubicBezTo>
                  <a:cubicBezTo>
                    <a:pt x="236" y="117"/>
                    <a:pt x="268" y="74"/>
                    <a:pt x="307" y="42"/>
                  </a:cubicBezTo>
                  <a:cubicBezTo>
                    <a:pt x="307" y="42"/>
                    <a:pt x="307" y="42"/>
                    <a:pt x="308" y="42"/>
                  </a:cubicBezTo>
                  <a:close/>
                  <a:moveTo>
                    <a:pt x="196" y="160"/>
                  </a:moveTo>
                  <a:cubicBezTo>
                    <a:pt x="171" y="150"/>
                    <a:pt x="147" y="136"/>
                    <a:pt x="126" y="119"/>
                  </a:cubicBezTo>
                  <a:cubicBezTo>
                    <a:pt x="165" y="81"/>
                    <a:pt x="216" y="55"/>
                    <a:pt x="273" y="45"/>
                  </a:cubicBezTo>
                  <a:cubicBezTo>
                    <a:pt x="241" y="77"/>
                    <a:pt x="215" y="116"/>
                    <a:pt x="196" y="160"/>
                  </a:cubicBezTo>
                  <a:close/>
                  <a:moveTo>
                    <a:pt x="207" y="186"/>
                  </a:moveTo>
                  <a:cubicBezTo>
                    <a:pt x="239" y="197"/>
                    <a:pt x="273" y="204"/>
                    <a:pt x="308" y="205"/>
                  </a:cubicBezTo>
                  <a:cubicBezTo>
                    <a:pt x="308" y="308"/>
                    <a:pt x="308" y="308"/>
                    <a:pt x="308" y="308"/>
                  </a:cubicBezTo>
                  <a:cubicBezTo>
                    <a:pt x="185" y="308"/>
                    <a:pt x="185" y="308"/>
                    <a:pt x="185" y="308"/>
                  </a:cubicBezTo>
                  <a:cubicBezTo>
                    <a:pt x="186" y="265"/>
                    <a:pt x="194" y="224"/>
                    <a:pt x="207" y="186"/>
                  </a:cubicBezTo>
                  <a:close/>
                  <a:moveTo>
                    <a:pt x="308" y="328"/>
                  </a:moveTo>
                  <a:cubicBezTo>
                    <a:pt x="308" y="452"/>
                    <a:pt x="308" y="452"/>
                    <a:pt x="308" y="452"/>
                  </a:cubicBezTo>
                  <a:cubicBezTo>
                    <a:pt x="275" y="453"/>
                    <a:pt x="244" y="458"/>
                    <a:pt x="215" y="468"/>
                  </a:cubicBezTo>
                  <a:cubicBezTo>
                    <a:pt x="197" y="425"/>
                    <a:pt x="186" y="378"/>
                    <a:pt x="185" y="328"/>
                  </a:cubicBezTo>
                  <a:lnTo>
                    <a:pt x="308" y="328"/>
                  </a:lnTo>
                  <a:close/>
                  <a:moveTo>
                    <a:pt x="273" y="591"/>
                  </a:moveTo>
                  <a:cubicBezTo>
                    <a:pt x="222" y="582"/>
                    <a:pt x="176" y="560"/>
                    <a:pt x="138" y="528"/>
                  </a:cubicBezTo>
                  <a:cubicBezTo>
                    <a:pt x="158" y="514"/>
                    <a:pt x="180" y="502"/>
                    <a:pt x="204" y="493"/>
                  </a:cubicBezTo>
                  <a:cubicBezTo>
                    <a:pt x="222" y="531"/>
                    <a:pt x="245" y="563"/>
                    <a:pt x="273" y="591"/>
                  </a:cubicBezTo>
                  <a:close/>
                  <a:moveTo>
                    <a:pt x="328" y="594"/>
                  </a:moveTo>
                  <a:cubicBezTo>
                    <a:pt x="328" y="472"/>
                    <a:pt x="328" y="472"/>
                    <a:pt x="328" y="472"/>
                  </a:cubicBezTo>
                  <a:cubicBezTo>
                    <a:pt x="358" y="473"/>
                    <a:pt x="386" y="478"/>
                    <a:pt x="413" y="486"/>
                  </a:cubicBezTo>
                  <a:cubicBezTo>
                    <a:pt x="392" y="529"/>
                    <a:pt x="363" y="566"/>
                    <a:pt x="329" y="594"/>
                  </a:cubicBezTo>
                  <a:cubicBezTo>
                    <a:pt x="329" y="594"/>
                    <a:pt x="329" y="594"/>
                    <a:pt x="328" y="594"/>
                  </a:cubicBezTo>
                  <a:close/>
                  <a:moveTo>
                    <a:pt x="432" y="493"/>
                  </a:moveTo>
                  <a:cubicBezTo>
                    <a:pt x="456" y="502"/>
                    <a:pt x="478" y="514"/>
                    <a:pt x="498" y="528"/>
                  </a:cubicBezTo>
                  <a:cubicBezTo>
                    <a:pt x="460" y="560"/>
                    <a:pt x="414" y="582"/>
                    <a:pt x="363" y="591"/>
                  </a:cubicBezTo>
                  <a:cubicBezTo>
                    <a:pt x="391" y="563"/>
                    <a:pt x="414" y="531"/>
                    <a:pt x="432" y="493"/>
                  </a:cubicBezTo>
                  <a:close/>
                  <a:moveTo>
                    <a:pt x="421" y="468"/>
                  </a:moveTo>
                  <a:cubicBezTo>
                    <a:pt x="392" y="458"/>
                    <a:pt x="361" y="453"/>
                    <a:pt x="328" y="452"/>
                  </a:cubicBezTo>
                  <a:cubicBezTo>
                    <a:pt x="328" y="328"/>
                    <a:pt x="328" y="328"/>
                    <a:pt x="328" y="328"/>
                  </a:cubicBezTo>
                  <a:cubicBezTo>
                    <a:pt x="451" y="328"/>
                    <a:pt x="451" y="328"/>
                    <a:pt x="451" y="328"/>
                  </a:cubicBezTo>
                  <a:cubicBezTo>
                    <a:pt x="450" y="378"/>
                    <a:pt x="439" y="425"/>
                    <a:pt x="421" y="468"/>
                  </a:cubicBezTo>
                  <a:close/>
                  <a:moveTo>
                    <a:pt x="328" y="308"/>
                  </a:moveTo>
                  <a:cubicBezTo>
                    <a:pt x="328" y="205"/>
                    <a:pt x="328" y="205"/>
                    <a:pt x="328" y="205"/>
                  </a:cubicBezTo>
                  <a:cubicBezTo>
                    <a:pt x="363" y="204"/>
                    <a:pt x="397" y="197"/>
                    <a:pt x="429" y="186"/>
                  </a:cubicBezTo>
                  <a:cubicBezTo>
                    <a:pt x="442" y="224"/>
                    <a:pt x="450" y="265"/>
                    <a:pt x="451" y="308"/>
                  </a:cubicBezTo>
                  <a:lnTo>
                    <a:pt x="328" y="308"/>
                  </a:lnTo>
                  <a:close/>
                  <a:moveTo>
                    <a:pt x="111" y="134"/>
                  </a:moveTo>
                  <a:cubicBezTo>
                    <a:pt x="135" y="152"/>
                    <a:pt x="160" y="168"/>
                    <a:pt x="188" y="179"/>
                  </a:cubicBezTo>
                  <a:cubicBezTo>
                    <a:pt x="174" y="219"/>
                    <a:pt x="166" y="262"/>
                    <a:pt x="165" y="308"/>
                  </a:cubicBezTo>
                  <a:cubicBezTo>
                    <a:pt x="42" y="308"/>
                    <a:pt x="42" y="308"/>
                    <a:pt x="42" y="308"/>
                  </a:cubicBezTo>
                  <a:cubicBezTo>
                    <a:pt x="44" y="241"/>
                    <a:pt x="70" y="181"/>
                    <a:pt x="111" y="134"/>
                  </a:cubicBezTo>
                  <a:close/>
                  <a:moveTo>
                    <a:pt x="42" y="328"/>
                  </a:moveTo>
                  <a:cubicBezTo>
                    <a:pt x="165" y="328"/>
                    <a:pt x="165" y="328"/>
                    <a:pt x="165" y="328"/>
                  </a:cubicBezTo>
                  <a:cubicBezTo>
                    <a:pt x="166" y="381"/>
                    <a:pt x="177" y="430"/>
                    <a:pt x="195" y="475"/>
                  </a:cubicBezTo>
                  <a:cubicBezTo>
                    <a:pt x="169" y="485"/>
                    <a:pt x="145" y="498"/>
                    <a:pt x="123" y="514"/>
                  </a:cubicBezTo>
                  <a:cubicBezTo>
                    <a:pt x="75" y="466"/>
                    <a:pt x="44" y="401"/>
                    <a:pt x="42" y="328"/>
                  </a:cubicBezTo>
                  <a:close/>
                  <a:moveTo>
                    <a:pt x="513" y="514"/>
                  </a:moveTo>
                  <a:cubicBezTo>
                    <a:pt x="491" y="498"/>
                    <a:pt x="467" y="485"/>
                    <a:pt x="441" y="475"/>
                  </a:cubicBezTo>
                  <a:cubicBezTo>
                    <a:pt x="459" y="430"/>
                    <a:pt x="470" y="381"/>
                    <a:pt x="471" y="328"/>
                  </a:cubicBezTo>
                  <a:cubicBezTo>
                    <a:pt x="594" y="328"/>
                    <a:pt x="594" y="328"/>
                    <a:pt x="594" y="328"/>
                  </a:cubicBezTo>
                  <a:cubicBezTo>
                    <a:pt x="592" y="401"/>
                    <a:pt x="561" y="466"/>
                    <a:pt x="513" y="514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dirty="0">
                <a:latin typeface="Lato Light"/>
              </a:endParaRPr>
            </a:p>
          </p:txBody>
        </p:sp>
      </p:grpSp>
      <p:grpSp>
        <p:nvGrpSpPr>
          <p:cNvPr id="31" name="Group 82">
            <a:extLst>
              <a:ext uri="{FF2B5EF4-FFF2-40B4-BE49-F238E27FC236}">
                <a16:creationId xmlns:a16="http://schemas.microsoft.com/office/drawing/2014/main" id="{476BE634-6695-4A59-B9FD-6815B89BADCA}"/>
              </a:ext>
            </a:extLst>
          </p:cNvPr>
          <p:cNvGrpSpPr>
            <a:grpSpLocks noChangeAspect="1"/>
          </p:cNvGrpSpPr>
          <p:nvPr/>
        </p:nvGrpSpPr>
        <p:grpSpPr>
          <a:xfrm>
            <a:off x="6794022" y="1149443"/>
            <a:ext cx="4267960" cy="2822929"/>
            <a:chOff x="1027152" y="2693983"/>
            <a:chExt cx="6796849" cy="4462905"/>
          </a:xfrm>
        </p:grpSpPr>
        <p:grpSp>
          <p:nvGrpSpPr>
            <p:cNvPr id="32" name="Group 83">
              <a:extLst>
                <a:ext uri="{FF2B5EF4-FFF2-40B4-BE49-F238E27FC236}">
                  <a16:creationId xmlns:a16="http://schemas.microsoft.com/office/drawing/2014/main" id="{F753F412-8864-4B46-BFBD-0C8E827679D2}"/>
                </a:ext>
              </a:extLst>
            </p:cNvPr>
            <p:cNvGrpSpPr/>
            <p:nvPr/>
          </p:nvGrpSpPr>
          <p:grpSpPr>
            <a:xfrm>
              <a:off x="1027152" y="2693983"/>
              <a:ext cx="6796849" cy="4462905"/>
              <a:chOff x="1027152" y="2693983"/>
              <a:chExt cx="6796849" cy="4462905"/>
            </a:xfrm>
          </p:grpSpPr>
          <p:sp>
            <p:nvSpPr>
              <p:cNvPr id="35" name="AutoShape 1">
                <a:extLst>
                  <a:ext uri="{FF2B5EF4-FFF2-40B4-BE49-F238E27FC236}">
                    <a16:creationId xmlns:a16="http://schemas.microsoft.com/office/drawing/2014/main" id="{48F16F12-B004-4ABE-AAA8-42D597EFDA9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029339" y="2693983"/>
                <a:ext cx="6794662" cy="4462905"/>
              </a:xfrm>
              <a:prstGeom prst="roundRect">
                <a:avLst>
                  <a:gd name="adj" fmla="val 1292"/>
                </a:avLst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36" name="Rectangle 2">
                <a:extLst>
                  <a:ext uri="{FF2B5EF4-FFF2-40B4-BE49-F238E27FC236}">
                    <a16:creationId xmlns:a16="http://schemas.microsoft.com/office/drawing/2014/main" id="{92CE4B65-6103-4C38-92A7-2A427C04B8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7152" y="3024940"/>
                <a:ext cx="6794663" cy="315914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37" name="AutoShape 3">
                <a:extLst>
                  <a:ext uri="{FF2B5EF4-FFF2-40B4-BE49-F238E27FC236}">
                    <a16:creationId xmlns:a16="http://schemas.microsoft.com/office/drawing/2014/main" id="{297699FF-7AA4-40F4-81BC-DF7B89B3F7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5351" y="2779230"/>
                <a:ext cx="2717865" cy="561624"/>
              </a:xfrm>
              <a:prstGeom prst="roundRect">
                <a:avLst>
                  <a:gd name="adj" fmla="val 11986"/>
                </a:avLst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38" name="Oval 4">
                <a:extLst>
                  <a:ext uri="{FF2B5EF4-FFF2-40B4-BE49-F238E27FC236}">
                    <a16:creationId xmlns:a16="http://schemas.microsoft.com/office/drawing/2014/main" id="{D68B6E0E-D3C7-4493-A31B-8207DAE9C2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37753" y="2814331"/>
                <a:ext cx="95903" cy="95276"/>
              </a:xfrm>
              <a:prstGeom prst="ellipse">
                <a:avLst/>
              </a:prstGeom>
              <a:solidFill>
                <a:schemeClr val="accent2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39" name="Oval 5">
                <a:extLst>
                  <a:ext uri="{FF2B5EF4-FFF2-40B4-BE49-F238E27FC236}">
                    <a16:creationId xmlns:a16="http://schemas.microsoft.com/office/drawing/2014/main" id="{AA3A8A3A-E81C-4F16-9EA2-9F11A9775E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7620" y="2814331"/>
                <a:ext cx="95903" cy="95276"/>
              </a:xfrm>
              <a:prstGeom prst="ellipse">
                <a:avLst/>
              </a:prstGeom>
              <a:solidFill>
                <a:schemeClr val="accent3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40" name="Oval 6">
                <a:extLst>
                  <a:ext uri="{FF2B5EF4-FFF2-40B4-BE49-F238E27FC236}">
                    <a16:creationId xmlns:a16="http://schemas.microsoft.com/office/drawing/2014/main" id="{539165D2-E0B0-4B91-BDF2-5FF535A720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7486" y="2814331"/>
                <a:ext cx="95903" cy="95276"/>
              </a:xfrm>
              <a:prstGeom prst="ellipse">
                <a:avLst/>
              </a:prstGeom>
              <a:solidFill>
                <a:schemeClr val="accent4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41" name="Rectangle 92">
                <a:extLst>
                  <a:ext uri="{FF2B5EF4-FFF2-40B4-BE49-F238E27FC236}">
                    <a16:creationId xmlns:a16="http://schemas.microsoft.com/office/drawing/2014/main" id="{B58995FD-774E-443F-8F74-D69C353CA9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05844" y="3085114"/>
                <a:ext cx="5104773" cy="200580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B3B3B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grpSp>
            <p:nvGrpSpPr>
              <p:cNvPr id="42" name="Group 93">
                <a:extLst>
                  <a:ext uri="{FF2B5EF4-FFF2-40B4-BE49-F238E27FC236}">
                    <a16:creationId xmlns:a16="http://schemas.microsoft.com/office/drawing/2014/main" id="{022AA45E-1A3D-4A3B-B08F-4D64E6102BF2}"/>
                  </a:ext>
                </a:extLst>
              </p:cNvPr>
              <p:cNvGrpSpPr/>
              <p:nvPr/>
            </p:nvGrpSpPr>
            <p:grpSpPr>
              <a:xfrm>
                <a:off x="7494380" y="2779230"/>
                <a:ext cx="155357" cy="155272"/>
                <a:chOff x="4763" y="0"/>
                <a:chExt cx="2900362" cy="2898775"/>
              </a:xfrm>
              <a:solidFill>
                <a:schemeClr val="bg1">
                  <a:lumMod val="50000"/>
                </a:schemeClr>
              </a:solidFill>
            </p:grpSpPr>
            <p:sp>
              <p:nvSpPr>
                <p:cNvPr id="45" name="Freeform 13">
                  <a:extLst>
                    <a:ext uri="{FF2B5EF4-FFF2-40B4-BE49-F238E27FC236}">
                      <a16:creationId xmlns:a16="http://schemas.microsoft.com/office/drawing/2014/main" id="{2EE8F120-DDD5-495E-8097-10825D0A1E6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0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2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46" name="Freeform 14">
                  <a:extLst>
                    <a:ext uri="{FF2B5EF4-FFF2-40B4-BE49-F238E27FC236}">
                      <a16:creationId xmlns:a16="http://schemas.microsoft.com/office/drawing/2014/main" id="{899F88D3-5C91-4BBA-BE63-9371B4B356C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1087438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1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47" name="Freeform 15">
                  <a:extLst>
                    <a:ext uri="{FF2B5EF4-FFF2-40B4-BE49-F238E27FC236}">
                      <a16:creationId xmlns:a16="http://schemas.microsoft.com/office/drawing/2014/main" id="{C1C5DCC2-9B40-4DA3-AB2F-ED9C5D891CE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2171700"/>
                  <a:ext cx="727075" cy="727075"/>
                </a:xfrm>
                <a:custGeom>
                  <a:avLst/>
                  <a:gdLst>
                    <a:gd name="T0" fmla="*/ 168 w 193"/>
                    <a:gd name="T1" fmla="*/ 0 h 193"/>
                    <a:gd name="T2" fmla="*/ 24 w 193"/>
                    <a:gd name="T3" fmla="*/ 0 h 193"/>
                    <a:gd name="T4" fmla="*/ 0 w 193"/>
                    <a:gd name="T5" fmla="*/ 25 h 193"/>
                    <a:gd name="T6" fmla="*/ 0 w 193"/>
                    <a:gd name="T7" fmla="*/ 169 h 193"/>
                    <a:gd name="T8" fmla="*/ 24 w 193"/>
                    <a:gd name="T9" fmla="*/ 193 h 193"/>
                    <a:gd name="T10" fmla="*/ 168 w 193"/>
                    <a:gd name="T11" fmla="*/ 193 h 193"/>
                    <a:gd name="T12" fmla="*/ 193 w 193"/>
                    <a:gd name="T13" fmla="*/ 169 h 193"/>
                    <a:gd name="T14" fmla="*/ 193 w 193"/>
                    <a:gd name="T15" fmla="*/ 25 h 193"/>
                    <a:gd name="T16" fmla="*/ 168 w 193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2" y="193"/>
                        <a:pt x="193" y="182"/>
                        <a:pt x="193" y="169"/>
                      </a:cubicBezTo>
                      <a:cubicBezTo>
                        <a:pt x="193" y="25"/>
                        <a:pt x="193" y="25"/>
                        <a:pt x="193" y="25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48" name="Freeform 16">
                  <a:extLst>
                    <a:ext uri="{FF2B5EF4-FFF2-40B4-BE49-F238E27FC236}">
                      <a16:creationId xmlns:a16="http://schemas.microsoft.com/office/drawing/2014/main" id="{0721D991-881C-4DBE-AF30-E47AE304B7B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0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49" name="Freeform 17">
                  <a:extLst>
                    <a:ext uri="{FF2B5EF4-FFF2-40B4-BE49-F238E27FC236}">
                      <a16:creationId xmlns:a16="http://schemas.microsoft.com/office/drawing/2014/main" id="{97111254-2A6F-40F4-8741-1C703E43B98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1087438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50" name="Freeform 18">
                  <a:extLst>
                    <a:ext uri="{FF2B5EF4-FFF2-40B4-BE49-F238E27FC236}">
                      <a16:creationId xmlns:a16="http://schemas.microsoft.com/office/drawing/2014/main" id="{3448ADF5-3363-4495-90EA-D3397EA0A37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2171700"/>
                  <a:ext cx="722312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51" name="Freeform 19">
                  <a:extLst>
                    <a:ext uri="{FF2B5EF4-FFF2-40B4-BE49-F238E27FC236}">
                      <a16:creationId xmlns:a16="http://schemas.microsoft.com/office/drawing/2014/main" id="{A11FFFD8-A688-46DB-9518-83D23CB9AE9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0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52" name="Freeform 20">
                  <a:extLst>
                    <a:ext uri="{FF2B5EF4-FFF2-40B4-BE49-F238E27FC236}">
                      <a16:creationId xmlns:a16="http://schemas.microsoft.com/office/drawing/2014/main" id="{3B48C2AB-505E-4332-A44A-9D533A65044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1087438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53" name="Freeform 21">
                  <a:extLst>
                    <a:ext uri="{FF2B5EF4-FFF2-40B4-BE49-F238E27FC236}">
                      <a16:creationId xmlns:a16="http://schemas.microsoft.com/office/drawing/2014/main" id="{EBFBAB80-64C2-4E27-A1CC-A218E6C3562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2171700"/>
                  <a:ext cx="723900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0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</p:grpSp>
          <p:sp>
            <p:nvSpPr>
              <p:cNvPr id="43" name="Freeform 25">
                <a:extLst>
                  <a:ext uri="{FF2B5EF4-FFF2-40B4-BE49-F238E27FC236}">
                    <a16:creationId xmlns:a16="http://schemas.microsoft.com/office/drawing/2014/main" id="{27106E3B-5EE5-442B-87E5-0B8163B99979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7497092" y="3115886"/>
                <a:ext cx="146921" cy="128651"/>
              </a:xfrm>
              <a:custGeom>
                <a:avLst/>
                <a:gdLst>
                  <a:gd name="T0" fmla="*/ 504 w 896"/>
                  <a:gd name="T1" fmla="*/ 0 h 784"/>
                  <a:gd name="T2" fmla="*/ 116 w 896"/>
                  <a:gd name="T3" fmla="*/ 336 h 784"/>
                  <a:gd name="T4" fmla="*/ 0 w 896"/>
                  <a:gd name="T5" fmla="*/ 336 h 784"/>
                  <a:gd name="T6" fmla="*/ 168 w 896"/>
                  <a:gd name="T7" fmla="*/ 560 h 784"/>
                  <a:gd name="T8" fmla="*/ 336 w 896"/>
                  <a:gd name="T9" fmla="*/ 336 h 784"/>
                  <a:gd name="T10" fmla="*/ 230 w 896"/>
                  <a:gd name="T11" fmla="*/ 336 h 784"/>
                  <a:gd name="T12" fmla="*/ 504 w 896"/>
                  <a:gd name="T13" fmla="*/ 112 h 784"/>
                  <a:gd name="T14" fmla="*/ 784 w 896"/>
                  <a:gd name="T15" fmla="*/ 392 h 784"/>
                  <a:gd name="T16" fmla="*/ 504 w 896"/>
                  <a:gd name="T17" fmla="*/ 672 h 784"/>
                  <a:gd name="T18" fmla="*/ 504 w 896"/>
                  <a:gd name="T19" fmla="*/ 784 h 784"/>
                  <a:gd name="T20" fmla="*/ 896 w 896"/>
                  <a:gd name="T21" fmla="*/ 392 h 784"/>
                  <a:gd name="T22" fmla="*/ 504 w 896"/>
                  <a:gd name="T23" fmla="*/ 0 h 7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96" h="784">
                    <a:moveTo>
                      <a:pt x="504" y="0"/>
                    </a:moveTo>
                    <a:cubicBezTo>
                      <a:pt x="307" y="0"/>
                      <a:pt x="144" y="146"/>
                      <a:pt x="116" y="336"/>
                    </a:cubicBezTo>
                    <a:cubicBezTo>
                      <a:pt x="0" y="336"/>
                      <a:pt x="0" y="336"/>
                      <a:pt x="0" y="336"/>
                    </a:cubicBezTo>
                    <a:cubicBezTo>
                      <a:pt x="168" y="560"/>
                      <a:pt x="168" y="560"/>
                      <a:pt x="168" y="560"/>
                    </a:cubicBezTo>
                    <a:cubicBezTo>
                      <a:pt x="336" y="336"/>
                      <a:pt x="336" y="336"/>
                      <a:pt x="336" y="336"/>
                    </a:cubicBezTo>
                    <a:cubicBezTo>
                      <a:pt x="230" y="336"/>
                      <a:pt x="230" y="336"/>
                      <a:pt x="230" y="336"/>
                    </a:cubicBezTo>
                    <a:cubicBezTo>
                      <a:pt x="256" y="208"/>
                      <a:pt x="369" y="112"/>
                      <a:pt x="504" y="112"/>
                    </a:cubicBezTo>
                    <a:cubicBezTo>
                      <a:pt x="658" y="112"/>
                      <a:pt x="784" y="238"/>
                      <a:pt x="784" y="392"/>
                    </a:cubicBezTo>
                    <a:cubicBezTo>
                      <a:pt x="784" y="546"/>
                      <a:pt x="658" y="672"/>
                      <a:pt x="504" y="672"/>
                    </a:cubicBezTo>
                    <a:cubicBezTo>
                      <a:pt x="504" y="784"/>
                      <a:pt x="504" y="784"/>
                      <a:pt x="504" y="784"/>
                    </a:cubicBezTo>
                    <a:cubicBezTo>
                      <a:pt x="721" y="784"/>
                      <a:pt x="896" y="609"/>
                      <a:pt x="896" y="392"/>
                    </a:cubicBezTo>
                    <a:cubicBezTo>
                      <a:pt x="896" y="175"/>
                      <a:pt x="721" y="0"/>
                      <a:pt x="504" y="0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44" name="Oval 6">
                <a:extLst>
                  <a:ext uri="{FF2B5EF4-FFF2-40B4-BE49-F238E27FC236}">
                    <a16:creationId xmlns:a16="http://schemas.microsoft.com/office/drawing/2014/main" id="{AFFAA0AD-114A-4831-ACE3-B8C4258E3C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5635" y="2814331"/>
                <a:ext cx="95903" cy="95276"/>
              </a:xfrm>
              <a:prstGeom prst="ellipse">
                <a:avLst/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4BEAEF8-91EF-49C8-A667-2BC7D51C2397}"/>
                </a:ext>
              </a:extLst>
            </p:cNvPr>
            <p:cNvSpPr txBox="1"/>
            <p:nvPr/>
          </p:nvSpPr>
          <p:spPr>
            <a:xfrm>
              <a:off x="2391108" y="2996115"/>
              <a:ext cx="1593994" cy="3970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d-ID" sz="800" dirty="0">
                  <a:solidFill>
                    <a:schemeClr val="tx1"/>
                  </a:solidFill>
                  <a:latin typeface="Poppins Light" charset="0"/>
                  <a:ea typeface="Poppins Light" charset="0"/>
                  <a:cs typeface="Poppins Light" charset="0"/>
                </a:rPr>
                <a:t>localhost:8080</a:t>
              </a:r>
            </a:p>
          </p:txBody>
        </p:sp>
        <p:sp>
          <p:nvSpPr>
            <p:cNvPr id="34" name="Freeform 29">
              <a:extLst>
                <a:ext uri="{FF2B5EF4-FFF2-40B4-BE49-F238E27FC236}">
                  <a16:creationId xmlns:a16="http://schemas.microsoft.com/office/drawing/2014/main" id="{1C88632E-4E09-404A-9868-C0997FA11EA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69943" y="3130076"/>
              <a:ext cx="115372" cy="115448"/>
            </a:xfrm>
            <a:custGeom>
              <a:avLst/>
              <a:gdLst>
                <a:gd name="T0" fmla="*/ 0 w 636"/>
                <a:gd name="T1" fmla="*/ 318 h 636"/>
                <a:gd name="T2" fmla="*/ 636 w 636"/>
                <a:gd name="T3" fmla="*/ 318 h 636"/>
                <a:gd name="T4" fmla="*/ 594 w 636"/>
                <a:gd name="T5" fmla="*/ 308 h 636"/>
                <a:gd name="T6" fmla="*/ 448 w 636"/>
                <a:gd name="T7" fmla="*/ 179 h 636"/>
                <a:gd name="T8" fmla="*/ 594 w 636"/>
                <a:gd name="T9" fmla="*/ 308 h 636"/>
                <a:gd name="T10" fmla="*/ 223 w 636"/>
                <a:gd name="T11" fmla="*/ 486 h 636"/>
                <a:gd name="T12" fmla="*/ 308 w 636"/>
                <a:gd name="T13" fmla="*/ 594 h 636"/>
                <a:gd name="T14" fmla="*/ 329 w 636"/>
                <a:gd name="T15" fmla="*/ 42 h 636"/>
                <a:gd name="T16" fmla="*/ 328 w 636"/>
                <a:gd name="T17" fmla="*/ 184 h 636"/>
                <a:gd name="T18" fmla="*/ 329 w 636"/>
                <a:gd name="T19" fmla="*/ 42 h 636"/>
                <a:gd name="T20" fmla="*/ 510 w 636"/>
                <a:gd name="T21" fmla="*/ 119 h 636"/>
                <a:gd name="T22" fmla="*/ 363 w 636"/>
                <a:gd name="T23" fmla="*/ 45 h 636"/>
                <a:gd name="T24" fmla="*/ 308 w 636"/>
                <a:gd name="T25" fmla="*/ 184 h 636"/>
                <a:gd name="T26" fmla="*/ 307 w 636"/>
                <a:gd name="T27" fmla="*/ 42 h 636"/>
                <a:gd name="T28" fmla="*/ 196 w 636"/>
                <a:gd name="T29" fmla="*/ 160 h 636"/>
                <a:gd name="T30" fmla="*/ 273 w 636"/>
                <a:gd name="T31" fmla="*/ 45 h 636"/>
                <a:gd name="T32" fmla="*/ 207 w 636"/>
                <a:gd name="T33" fmla="*/ 186 h 636"/>
                <a:gd name="T34" fmla="*/ 308 w 636"/>
                <a:gd name="T35" fmla="*/ 308 h 636"/>
                <a:gd name="T36" fmla="*/ 207 w 636"/>
                <a:gd name="T37" fmla="*/ 186 h 636"/>
                <a:gd name="T38" fmla="*/ 308 w 636"/>
                <a:gd name="T39" fmla="*/ 452 h 636"/>
                <a:gd name="T40" fmla="*/ 185 w 636"/>
                <a:gd name="T41" fmla="*/ 328 h 636"/>
                <a:gd name="T42" fmla="*/ 273 w 636"/>
                <a:gd name="T43" fmla="*/ 591 h 636"/>
                <a:gd name="T44" fmla="*/ 204 w 636"/>
                <a:gd name="T45" fmla="*/ 493 h 636"/>
                <a:gd name="T46" fmla="*/ 328 w 636"/>
                <a:gd name="T47" fmla="*/ 594 h 636"/>
                <a:gd name="T48" fmla="*/ 413 w 636"/>
                <a:gd name="T49" fmla="*/ 486 h 636"/>
                <a:gd name="T50" fmla="*/ 328 w 636"/>
                <a:gd name="T51" fmla="*/ 594 h 636"/>
                <a:gd name="T52" fmla="*/ 498 w 636"/>
                <a:gd name="T53" fmla="*/ 528 h 636"/>
                <a:gd name="T54" fmla="*/ 432 w 636"/>
                <a:gd name="T55" fmla="*/ 493 h 636"/>
                <a:gd name="T56" fmla="*/ 328 w 636"/>
                <a:gd name="T57" fmla="*/ 452 h 636"/>
                <a:gd name="T58" fmla="*/ 451 w 636"/>
                <a:gd name="T59" fmla="*/ 328 h 636"/>
                <a:gd name="T60" fmla="*/ 328 w 636"/>
                <a:gd name="T61" fmla="*/ 308 h 636"/>
                <a:gd name="T62" fmla="*/ 429 w 636"/>
                <a:gd name="T63" fmla="*/ 186 h 636"/>
                <a:gd name="T64" fmla="*/ 328 w 636"/>
                <a:gd name="T65" fmla="*/ 308 h 636"/>
                <a:gd name="T66" fmla="*/ 188 w 636"/>
                <a:gd name="T67" fmla="*/ 179 h 636"/>
                <a:gd name="T68" fmla="*/ 42 w 636"/>
                <a:gd name="T69" fmla="*/ 308 h 636"/>
                <a:gd name="T70" fmla="*/ 42 w 636"/>
                <a:gd name="T71" fmla="*/ 328 h 636"/>
                <a:gd name="T72" fmla="*/ 195 w 636"/>
                <a:gd name="T73" fmla="*/ 475 h 636"/>
                <a:gd name="T74" fmla="*/ 42 w 636"/>
                <a:gd name="T75" fmla="*/ 328 h 636"/>
                <a:gd name="T76" fmla="*/ 441 w 636"/>
                <a:gd name="T77" fmla="*/ 475 h 636"/>
                <a:gd name="T78" fmla="*/ 594 w 636"/>
                <a:gd name="T79" fmla="*/ 328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636" h="636">
                  <a:moveTo>
                    <a:pt x="318" y="0"/>
                  </a:moveTo>
                  <a:cubicBezTo>
                    <a:pt x="142" y="0"/>
                    <a:pt x="0" y="142"/>
                    <a:pt x="0" y="318"/>
                  </a:cubicBezTo>
                  <a:cubicBezTo>
                    <a:pt x="0" y="494"/>
                    <a:pt x="142" y="636"/>
                    <a:pt x="318" y="636"/>
                  </a:cubicBezTo>
                  <a:cubicBezTo>
                    <a:pt x="494" y="636"/>
                    <a:pt x="636" y="494"/>
                    <a:pt x="636" y="318"/>
                  </a:cubicBezTo>
                  <a:cubicBezTo>
                    <a:pt x="636" y="142"/>
                    <a:pt x="494" y="0"/>
                    <a:pt x="318" y="0"/>
                  </a:cubicBezTo>
                  <a:close/>
                  <a:moveTo>
                    <a:pt x="594" y="308"/>
                  </a:moveTo>
                  <a:cubicBezTo>
                    <a:pt x="471" y="308"/>
                    <a:pt x="471" y="308"/>
                    <a:pt x="471" y="308"/>
                  </a:cubicBezTo>
                  <a:cubicBezTo>
                    <a:pt x="470" y="262"/>
                    <a:pt x="462" y="219"/>
                    <a:pt x="448" y="179"/>
                  </a:cubicBezTo>
                  <a:cubicBezTo>
                    <a:pt x="476" y="168"/>
                    <a:pt x="501" y="152"/>
                    <a:pt x="525" y="134"/>
                  </a:cubicBezTo>
                  <a:cubicBezTo>
                    <a:pt x="566" y="181"/>
                    <a:pt x="592" y="241"/>
                    <a:pt x="594" y="308"/>
                  </a:cubicBezTo>
                  <a:close/>
                  <a:moveTo>
                    <a:pt x="307" y="594"/>
                  </a:moveTo>
                  <a:cubicBezTo>
                    <a:pt x="273" y="566"/>
                    <a:pt x="244" y="529"/>
                    <a:pt x="223" y="486"/>
                  </a:cubicBezTo>
                  <a:cubicBezTo>
                    <a:pt x="250" y="478"/>
                    <a:pt x="278" y="473"/>
                    <a:pt x="308" y="472"/>
                  </a:cubicBezTo>
                  <a:cubicBezTo>
                    <a:pt x="308" y="594"/>
                    <a:pt x="308" y="594"/>
                    <a:pt x="308" y="594"/>
                  </a:cubicBezTo>
                  <a:cubicBezTo>
                    <a:pt x="307" y="594"/>
                    <a:pt x="307" y="594"/>
                    <a:pt x="307" y="594"/>
                  </a:cubicBezTo>
                  <a:close/>
                  <a:moveTo>
                    <a:pt x="329" y="42"/>
                  </a:moveTo>
                  <a:cubicBezTo>
                    <a:pt x="368" y="74"/>
                    <a:pt x="400" y="117"/>
                    <a:pt x="421" y="167"/>
                  </a:cubicBezTo>
                  <a:cubicBezTo>
                    <a:pt x="392" y="177"/>
                    <a:pt x="361" y="183"/>
                    <a:pt x="328" y="184"/>
                  </a:cubicBezTo>
                  <a:cubicBezTo>
                    <a:pt x="328" y="42"/>
                    <a:pt x="328" y="42"/>
                    <a:pt x="328" y="42"/>
                  </a:cubicBezTo>
                  <a:cubicBezTo>
                    <a:pt x="329" y="42"/>
                    <a:pt x="329" y="42"/>
                    <a:pt x="329" y="42"/>
                  </a:cubicBezTo>
                  <a:close/>
                  <a:moveTo>
                    <a:pt x="363" y="45"/>
                  </a:moveTo>
                  <a:cubicBezTo>
                    <a:pt x="420" y="55"/>
                    <a:pt x="471" y="81"/>
                    <a:pt x="510" y="119"/>
                  </a:cubicBezTo>
                  <a:cubicBezTo>
                    <a:pt x="489" y="136"/>
                    <a:pt x="466" y="150"/>
                    <a:pt x="440" y="160"/>
                  </a:cubicBezTo>
                  <a:cubicBezTo>
                    <a:pt x="421" y="116"/>
                    <a:pt x="395" y="77"/>
                    <a:pt x="363" y="45"/>
                  </a:cubicBezTo>
                  <a:close/>
                  <a:moveTo>
                    <a:pt x="308" y="42"/>
                  </a:moveTo>
                  <a:cubicBezTo>
                    <a:pt x="308" y="184"/>
                    <a:pt x="308" y="184"/>
                    <a:pt x="308" y="184"/>
                  </a:cubicBezTo>
                  <a:cubicBezTo>
                    <a:pt x="275" y="183"/>
                    <a:pt x="244" y="177"/>
                    <a:pt x="215" y="167"/>
                  </a:cubicBezTo>
                  <a:cubicBezTo>
                    <a:pt x="236" y="117"/>
                    <a:pt x="268" y="74"/>
                    <a:pt x="307" y="42"/>
                  </a:cubicBezTo>
                  <a:cubicBezTo>
                    <a:pt x="307" y="42"/>
                    <a:pt x="307" y="42"/>
                    <a:pt x="308" y="42"/>
                  </a:cubicBezTo>
                  <a:close/>
                  <a:moveTo>
                    <a:pt x="196" y="160"/>
                  </a:moveTo>
                  <a:cubicBezTo>
                    <a:pt x="171" y="150"/>
                    <a:pt x="147" y="136"/>
                    <a:pt x="126" y="119"/>
                  </a:cubicBezTo>
                  <a:cubicBezTo>
                    <a:pt x="165" y="81"/>
                    <a:pt x="216" y="55"/>
                    <a:pt x="273" y="45"/>
                  </a:cubicBezTo>
                  <a:cubicBezTo>
                    <a:pt x="241" y="77"/>
                    <a:pt x="215" y="116"/>
                    <a:pt x="196" y="160"/>
                  </a:cubicBezTo>
                  <a:close/>
                  <a:moveTo>
                    <a:pt x="207" y="186"/>
                  </a:moveTo>
                  <a:cubicBezTo>
                    <a:pt x="239" y="197"/>
                    <a:pt x="273" y="204"/>
                    <a:pt x="308" y="205"/>
                  </a:cubicBezTo>
                  <a:cubicBezTo>
                    <a:pt x="308" y="308"/>
                    <a:pt x="308" y="308"/>
                    <a:pt x="308" y="308"/>
                  </a:cubicBezTo>
                  <a:cubicBezTo>
                    <a:pt x="185" y="308"/>
                    <a:pt x="185" y="308"/>
                    <a:pt x="185" y="308"/>
                  </a:cubicBezTo>
                  <a:cubicBezTo>
                    <a:pt x="186" y="265"/>
                    <a:pt x="194" y="224"/>
                    <a:pt x="207" y="186"/>
                  </a:cubicBezTo>
                  <a:close/>
                  <a:moveTo>
                    <a:pt x="308" y="328"/>
                  </a:moveTo>
                  <a:cubicBezTo>
                    <a:pt x="308" y="452"/>
                    <a:pt x="308" y="452"/>
                    <a:pt x="308" y="452"/>
                  </a:cubicBezTo>
                  <a:cubicBezTo>
                    <a:pt x="275" y="453"/>
                    <a:pt x="244" y="458"/>
                    <a:pt x="215" y="468"/>
                  </a:cubicBezTo>
                  <a:cubicBezTo>
                    <a:pt x="197" y="425"/>
                    <a:pt x="186" y="378"/>
                    <a:pt x="185" y="328"/>
                  </a:cubicBezTo>
                  <a:lnTo>
                    <a:pt x="308" y="328"/>
                  </a:lnTo>
                  <a:close/>
                  <a:moveTo>
                    <a:pt x="273" y="591"/>
                  </a:moveTo>
                  <a:cubicBezTo>
                    <a:pt x="222" y="582"/>
                    <a:pt x="176" y="560"/>
                    <a:pt x="138" y="528"/>
                  </a:cubicBezTo>
                  <a:cubicBezTo>
                    <a:pt x="158" y="514"/>
                    <a:pt x="180" y="502"/>
                    <a:pt x="204" y="493"/>
                  </a:cubicBezTo>
                  <a:cubicBezTo>
                    <a:pt x="222" y="531"/>
                    <a:pt x="245" y="563"/>
                    <a:pt x="273" y="591"/>
                  </a:cubicBezTo>
                  <a:close/>
                  <a:moveTo>
                    <a:pt x="328" y="594"/>
                  </a:moveTo>
                  <a:cubicBezTo>
                    <a:pt x="328" y="472"/>
                    <a:pt x="328" y="472"/>
                    <a:pt x="328" y="472"/>
                  </a:cubicBezTo>
                  <a:cubicBezTo>
                    <a:pt x="358" y="473"/>
                    <a:pt x="386" y="478"/>
                    <a:pt x="413" y="486"/>
                  </a:cubicBezTo>
                  <a:cubicBezTo>
                    <a:pt x="392" y="529"/>
                    <a:pt x="363" y="566"/>
                    <a:pt x="329" y="594"/>
                  </a:cubicBezTo>
                  <a:cubicBezTo>
                    <a:pt x="329" y="594"/>
                    <a:pt x="329" y="594"/>
                    <a:pt x="328" y="594"/>
                  </a:cubicBezTo>
                  <a:close/>
                  <a:moveTo>
                    <a:pt x="432" y="493"/>
                  </a:moveTo>
                  <a:cubicBezTo>
                    <a:pt x="456" y="502"/>
                    <a:pt x="478" y="514"/>
                    <a:pt x="498" y="528"/>
                  </a:cubicBezTo>
                  <a:cubicBezTo>
                    <a:pt x="460" y="560"/>
                    <a:pt x="414" y="582"/>
                    <a:pt x="363" y="591"/>
                  </a:cubicBezTo>
                  <a:cubicBezTo>
                    <a:pt x="391" y="563"/>
                    <a:pt x="414" y="531"/>
                    <a:pt x="432" y="493"/>
                  </a:cubicBezTo>
                  <a:close/>
                  <a:moveTo>
                    <a:pt x="421" y="468"/>
                  </a:moveTo>
                  <a:cubicBezTo>
                    <a:pt x="392" y="458"/>
                    <a:pt x="361" y="453"/>
                    <a:pt x="328" y="452"/>
                  </a:cubicBezTo>
                  <a:cubicBezTo>
                    <a:pt x="328" y="328"/>
                    <a:pt x="328" y="328"/>
                    <a:pt x="328" y="328"/>
                  </a:cubicBezTo>
                  <a:cubicBezTo>
                    <a:pt x="451" y="328"/>
                    <a:pt x="451" y="328"/>
                    <a:pt x="451" y="328"/>
                  </a:cubicBezTo>
                  <a:cubicBezTo>
                    <a:pt x="450" y="378"/>
                    <a:pt x="439" y="425"/>
                    <a:pt x="421" y="468"/>
                  </a:cubicBezTo>
                  <a:close/>
                  <a:moveTo>
                    <a:pt x="328" y="308"/>
                  </a:moveTo>
                  <a:cubicBezTo>
                    <a:pt x="328" y="205"/>
                    <a:pt x="328" y="205"/>
                    <a:pt x="328" y="205"/>
                  </a:cubicBezTo>
                  <a:cubicBezTo>
                    <a:pt x="363" y="204"/>
                    <a:pt x="397" y="197"/>
                    <a:pt x="429" y="186"/>
                  </a:cubicBezTo>
                  <a:cubicBezTo>
                    <a:pt x="442" y="224"/>
                    <a:pt x="450" y="265"/>
                    <a:pt x="451" y="308"/>
                  </a:cubicBezTo>
                  <a:lnTo>
                    <a:pt x="328" y="308"/>
                  </a:lnTo>
                  <a:close/>
                  <a:moveTo>
                    <a:pt x="111" y="134"/>
                  </a:moveTo>
                  <a:cubicBezTo>
                    <a:pt x="135" y="152"/>
                    <a:pt x="160" y="168"/>
                    <a:pt x="188" y="179"/>
                  </a:cubicBezTo>
                  <a:cubicBezTo>
                    <a:pt x="174" y="219"/>
                    <a:pt x="166" y="262"/>
                    <a:pt x="165" y="308"/>
                  </a:cubicBezTo>
                  <a:cubicBezTo>
                    <a:pt x="42" y="308"/>
                    <a:pt x="42" y="308"/>
                    <a:pt x="42" y="308"/>
                  </a:cubicBezTo>
                  <a:cubicBezTo>
                    <a:pt x="44" y="241"/>
                    <a:pt x="70" y="181"/>
                    <a:pt x="111" y="134"/>
                  </a:cubicBezTo>
                  <a:close/>
                  <a:moveTo>
                    <a:pt x="42" y="328"/>
                  </a:moveTo>
                  <a:cubicBezTo>
                    <a:pt x="165" y="328"/>
                    <a:pt x="165" y="328"/>
                    <a:pt x="165" y="328"/>
                  </a:cubicBezTo>
                  <a:cubicBezTo>
                    <a:pt x="166" y="381"/>
                    <a:pt x="177" y="430"/>
                    <a:pt x="195" y="475"/>
                  </a:cubicBezTo>
                  <a:cubicBezTo>
                    <a:pt x="169" y="485"/>
                    <a:pt x="145" y="498"/>
                    <a:pt x="123" y="514"/>
                  </a:cubicBezTo>
                  <a:cubicBezTo>
                    <a:pt x="75" y="466"/>
                    <a:pt x="44" y="401"/>
                    <a:pt x="42" y="328"/>
                  </a:cubicBezTo>
                  <a:close/>
                  <a:moveTo>
                    <a:pt x="513" y="514"/>
                  </a:moveTo>
                  <a:cubicBezTo>
                    <a:pt x="491" y="498"/>
                    <a:pt x="467" y="485"/>
                    <a:pt x="441" y="475"/>
                  </a:cubicBezTo>
                  <a:cubicBezTo>
                    <a:pt x="459" y="430"/>
                    <a:pt x="470" y="381"/>
                    <a:pt x="471" y="328"/>
                  </a:cubicBezTo>
                  <a:cubicBezTo>
                    <a:pt x="594" y="328"/>
                    <a:pt x="594" y="328"/>
                    <a:pt x="594" y="328"/>
                  </a:cubicBezTo>
                  <a:cubicBezTo>
                    <a:pt x="592" y="401"/>
                    <a:pt x="561" y="466"/>
                    <a:pt x="513" y="514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dirty="0">
                <a:latin typeface="Lato Light"/>
              </a:endParaRPr>
            </a:p>
          </p:txBody>
        </p:sp>
      </p:grp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A08EBDD-D3B1-49F6-BC92-38ED9C834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27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71A900A-8BF5-4238-B577-5FBBE4A75C4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>
                <a:solidFill>
                  <a:schemeClr val="tx1"/>
                </a:solidFill>
              </a:rPr>
              <a:t>Публичный сайт: отдельные страницы для соискателей, компаний и участников ФСП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35CE154-6330-485C-8E80-D5D601B2BA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>
                <a:solidFill>
                  <a:schemeClr val="tx1"/>
                </a:solidFill>
              </a:rPr>
              <a:t>Кабинет компании: категории, подборка с объяснением, приглашение с вилкой</a:t>
            </a:r>
            <a:endParaRPr lang="ru-RU">
              <a:solidFill>
                <a:schemeClr val="tx1"/>
              </a:solidFill>
            </a:endParaRPr>
          </a:p>
        </p:txBody>
      </p:sp>
      <p:pic>
        <p:nvPicPr>
          <p:cNvPr id="5" name="Рисунок 4" descr="landing.pn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5669" b="5669"/>
          <a:stretch>
            <a:fillRect/>
          </a:stretch>
        </p:blipFill>
        <p:spPr>
          <a:xfrm>
            <a:off x="1210642" y="1577998"/>
            <a:ext cx="4121688" cy="2283975"/>
          </a:xfrm>
        </p:spPr>
      </p:pic>
      <p:pic>
        <p:nvPicPr>
          <p:cNvPr id="6" name="Рисунок 5" descr="employer-need.png"/>
          <p:cNvPicPr>
            <a:picLocks noGrp="1" noChangeAspect="1"/>
          </p:cNvPicPr>
          <p:nvPr>
            <p:ph type="pic" sz="quarter" idx="18"/>
          </p:nvPr>
        </p:nvPicPr>
        <p:blipFill>
          <a:blip r:embed="rId4"/>
          <a:srcRect t="5669" b="5669"/>
          <a:stretch>
            <a:fillRect/>
          </a:stretch>
        </p:blipFill>
        <p:spPr>
          <a:xfrm>
            <a:off x="6855540" y="1577998"/>
            <a:ext cx="4121688" cy="2283975"/>
          </a:xfrm>
        </p:spPr>
      </p:pic>
      <p:sp>
        <p:nvSpPr>
          <p:cNvPr id="55" name="Заголовок 13">
            <a:extLst>
              <a:ext uri="{FF2B5EF4-FFF2-40B4-BE49-F238E27FC236}">
                <a16:creationId xmlns:a16="http://schemas.microsoft.com/office/drawing/2014/main" id="{F83D1BEE-59E5-12AF-CCDA-133537DF5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rPr lang="ru-RU"/>
              <a:t>ДЕМО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639643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1B6129-4E5A-20E2-763B-F5010C611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8974761F-D4F8-560C-B069-01DF6B0C0103}"/>
              </a:ext>
            </a:extLst>
          </p:cNvPr>
          <p:cNvSpPr/>
          <p:nvPr/>
        </p:nvSpPr>
        <p:spPr>
          <a:xfrm>
            <a:off x="0" y="0"/>
            <a:ext cx="6456363" cy="6858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9" name="Объект 28">
            <a:extLst>
              <a:ext uri="{FF2B5EF4-FFF2-40B4-BE49-F238E27FC236}">
                <a16:creationId xmlns:a16="http://schemas.microsoft.com/office/drawing/2014/main" id="{02AA36D4-0DFA-1A2E-6B29-8BA1BF5F96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133" y="1263123"/>
            <a:ext cx="5574868" cy="4937652"/>
          </a:xfrm>
        </p:spPr>
        <p:txBody>
          <a:bodyPr/>
          <a:lstStyle/>
          <a:p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4CAD271A-25D6-5986-96AF-8705ED30C1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12</a:t>
            </a:fld>
            <a:endParaRPr lang="ru-RU" dirty="0"/>
          </a:p>
        </p:txBody>
      </p:sp>
      <p:sp>
        <p:nvSpPr>
          <p:cNvPr id="28" name="Заголовок 27">
            <a:extLst>
              <a:ext uri="{FF2B5EF4-FFF2-40B4-BE49-F238E27FC236}">
                <a16:creationId xmlns:a16="http://schemas.microsoft.com/office/drawing/2014/main" id="{EA3A5BFD-C872-ACEC-AC6D-6D57CA434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444" y="395288"/>
            <a:ext cx="5574868" cy="425729"/>
          </a:xfrm>
        </p:spPr>
        <p:txBody>
          <a:bodyPr/>
          <a:lstStyle/>
          <a:p>
            <a:endParaRPr lang="ru-RU" sz="2000" dirty="0">
              <a:solidFill>
                <a:schemeClr val="accent5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48640" y="1463040"/>
            <a:ext cx="51206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310F53"/>
                </a:solidFill>
              </a:rPr>
              <a:t>Спасибо!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2743200"/>
            <a:ext cx="530352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A83D1"/>
                </a:solidFill>
              </a:rPr>
              <a:t>Репозиторий</a:t>
            </a:r>
          </a:p>
          <a:p>
            <a:pPr algn="l"/>
            <a:r>
              <a:rPr sz="1600" b="0">
                <a:solidFill>
                  <a:srgbClr val="1B1C21"/>
                </a:solidFill>
              </a:rPr>
              <a:t>github.com/K1NGSM4N3/fsp-hack</a:t>
            </a:r>
          </a:p>
          <a:p>
            <a:pPr algn="l">
              <a:spcBef>
                <a:spcPts val="1200"/>
              </a:spcBef>
            </a:pPr>
            <a:r>
              <a:rPr sz="1300" b="1">
                <a:solidFill>
                  <a:srgbClr val="8A83D1"/>
                </a:solidFill>
              </a:rPr>
              <a:t>Запуск</a:t>
            </a:r>
          </a:p>
          <a:p>
            <a:pPr algn="l"/>
            <a:r>
              <a:rPr sz="1300" b="0">
                <a:solidFill>
                  <a:srgbClr val="1B1C21"/>
                </a:solidFill>
              </a:rPr>
              <a:t>docker compose -f deploy/compose.yml --profile full up</a:t>
            </a:r>
          </a:p>
          <a:p>
            <a:pPr algn="l">
              <a:spcBef>
                <a:spcPts val="1200"/>
              </a:spcBef>
            </a:pPr>
            <a:r>
              <a:rPr sz="1300" b="1">
                <a:solidFill>
                  <a:srgbClr val="8A83D1"/>
                </a:solidFill>
              </a:rPr>
              <a:t>Документация</a:t>
            </a:r>
          </a:p>
          <a:p>
            <a:pPr algn="l"/>
            <a:r>
              <a:rPr sz="1600" b="0">
                <a:solidFill>
                  <a:srgbClr val="1B1C21"/>
                </a:solidFill>
              </a:rPr>
              <a:t>docs/solution.pdf · Swagger: /api/docs</a:t>
            </a:r>
          </a:p>
          <a:p>
            <a:pPr algn="l">
              <a:spcBef>
                <a:spcPts val="1200"/>
              </a:spcBef>
            </a:pPr>
            <a:r>
              <a:rPr sz="1300" b="1">
                <a:solidFill>
                  <a:srgbClr val="8A83D1"/>
                </a:solidFill>
              </a:rPr>
              <a:t>Демо-доступ</a:t>
            </a:r>
          </a:p>
          <a:p>
            <a:pPr algn="l"/>
            <a:r>
              <a:rPr sz="1400" b="0">
                <a:solidFill>
                  <a:srgbClr val="1B1C21"/>
                </a:solidFill>
              </a:rPr>
              <a:t>employer@demo.fsp · candidate@demo.fsp · пароль demo12345</a:t>
            </a:r>
          </a:p>
        </p:txBody>
      </p:sp>
    </p:spTree>
    <p:extLst>
      <p:ext uri="{BB962C8B-B14F-4D97-AF65-F5344CB8AC3E}">
        <p14:creationId xmlns:p14="http://schemas.microsoft.com/office/powerpoint/2010/main" val="18307153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12D283-FCC2-40D9-9CEA-EF1BD3595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9376089D-9A77-730A-ADAF-A685C17F1AED}"/>
              </a:ext>
            </a:extLst>
          </p:cNvPr>
          <p:cNvSpPr/>
          <p:nvPr/>
        </p:nvSpPr>
        <p:spPr>
          <a:xfrm>
            <a:off x="346075" y="324562"/>
            <a:ext cx="4503420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74006CB4-BD4D-EF41-3DCA-EDB126B848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10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9F7DE1A9-1AD8-0498-5446-8F5D40911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849" y="449787"/>
            <a:ext cx="9862734" cy="376138"/>
          </a:xfrm>
        </p:spPr>
        <p:txBody>
          <a:bodyPr/>
          <a:lstStyle/>
          <a:p>
            <a:r>
              <a:rPr lang="ru-RU">
                <a:latin typeface="+mn-lt"/>
              </a:rPr>
              <a:t>ПОДРОБНЕЕ ПРО КОМАНДУ</a:t>
            </a:r>
            <a:endParaRPr lang="ru-RU" dirty="0">
              <a:latin typeface="+mn-lt"/>
            </a:endParaRPr>
          </a:p>
        </p:txBody>
      </p:sp>
      <p:sp>
        <p:nvSpPr>
          <p:cNvPr id="37" name="Текст 8">
            <a:extLst>
              <a:ext uri="{FF2B5EF4-FFF2-40B4-BE49-F238E27FC236}">
                <a16:creationId xmlns:a16="http://schemas.microsoft.com/office/drawing/2014/main" id="{C7B87D78-5037-F48A-F05C-8E80D4A5A4D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3607" y="1602273"/>
            <a:ext cx="4425822" cy="93426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dirty="0">
                <a:solidFill>
                  <a:schemeClr val="tx1"/>
                </a:solidFill>
              </a:rPr>
              <a:t>Познакомились в общем чате по языку Rust и стали вместе ходить на хакатоны. До ЛЦТ участвовали в Космохакатоне, Робозоне и MOEX AI.</a:t>
            </a:r>
          </a:p>
        </p:txBody>
      </p:sp>
      <p:sp>
        <p:nvSpPr>
          <p:cNvPr id="38" name="Текст 8">
            <a:extLst>
              <a:ext uri="{FF2B5EF4-FFF2-40B4-BE49-F238E27FC236}">
                <a16:creationId xmlns:a16="http://schemas.microsoft.com/office/drawing/2014/main" id="{BAD76A99-219B-023F-35AA-74EDFF6A51FC}"/>
              </a:ext>
            </a:extLst>
          </p:cNvPr>
          <p:cNvSpPr txBox="1">
            <a:spLocks/>
          </p:cNvSpPr>
          <p:nvPr/>
        </p:nvSpPr>
        <p:spPr>
          <a:xfrm>
            <a:off x="533607" y="127964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Краткая история команды:</a:t>
            </a:r>
          </a:p>
        </p:txBody>
      </p:sp>
      <p:sp>
        <p:nvSpPr>
          <p:cNvPr id="40" name="Текст 8">
            <a:extLst>
              <a:ext uri="{FF2B5EF4-FFF2-40B4-BE49-F238E27FC236}">
                <a16:creationId xmlns:a16="http://schemas.microsoft.com/office/drawing/2014/main" id="{A812662F-49C9-0A37-1671-EE5E187C65D2}"/>
              </a:ext>
            </a:extLst>
          </p:cNvPr>
          <p:cNvSpPr txBox="1">
            <a:spLocks/>
          </p:cNvSpPr>
          <p:nvPr/>
        </p:nvSpPr>
        <p:spPr>
          <a:xfrm>
            <a:off x="533607" y="5139255"/>
            <a:ext cx="7318749" cy="105536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dirty="0">
                <a:solidFill>
                  <a:schemeClr val="tx1"/>
                </a:solidFill>
              </a:rPr>
              <a:t>Тест, который бесполезно сливать: 62 генератора заданий с вычисляемым ответом и выровненной сложностью. Проверка качества без реальных данных: симуляция со скрытым истинным уровнем. Анонимность соискателя до согласия, закреплённая в коде на уровне типов.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1" name="Текст 8">
            <a:extLst>
              <a:ext uri="{FF2B5EF4-FFF2-40B4-BE49-F238E27FC236}">
                <a16:creationId xmlns:a16="http://schemas.microsoft.com/office/drawing/2014/main" id="{1AF2119E-43D8-37AF-C511-A59B0DD883B0}"/>
              </a:ext>
            </a:extLst>
          </p:cNvPr>
          <p:cNvSpPr txBox="1">
            <a:spLocks/>
          </p:cNvSpPr>
          <p:nvPr/>
        </p:nvSpPr>
        <p:spPr>
          <a:xfrm>
            <a:off x="533608" y="4571473"/>
            <a:ext cx="6438692" cy="62905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С какими основными сложностями или вызовами </a:t>
            </a:r>
            <a:br>
              <a:rPr lang="ru-RU" b="1" dirty="0">
                <a:solidFill>
                  <a:schemeClr val="accent5"/>
                </a:solidFill>
              </a:rPr>
            </a:br>
            <a:r>
              <a:rPr lang="ru-RU" b="1" dirty="0">
                <a:solidFill>
                  <a:schemeClr val="accent5"/>
                </a:solidFill>
              </a:rPr>
              <a:t>вы столкнулись и как их преодолели?</a:t>
            </a:r>
          </a:p>
        </p:txBody>
      </p:sp>
      <p:sp>
        <p:nvSpPr>
          <p:cNvPr id="43" name="Текст 8">
            <a:extLst>
              <a:ext uri="{FF2B5EF4-FFF2-40B4-BE49-F238E27FC236}">
                <a16:creationId xmlns:a16="http://schemas.microsoft.com/office/drawing/2014/main" id="{819ADE62-86A0-41CF-FEBE-6AC207E6AB95}"/>
              </a:ext>
            </a:extLst>
          </p:cNvPr>
          <p:cNvSpPr txBox="1">
            <a:spLocks/>
          </p:cNvSpPr>
          <p:nvPr/>
        </p:nvSpPr>
        <p:spPr>
          <a:xfrm>
            <a:off x="533607" y="3429000"/>
            <a:ext cx="4945565" cy="107852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dirty="0">
                <a:solidFill>
                  <a:schemeClr val="tx1"/>
                </a:solidFill>
              </a:rPr>
              <a:t>Хотелось сделать найм, где уровень подтверждён, а не заявлен. В задаче сходятся тестирование, ранжирование и интеграция с ФСП, и качество каждой части можно честно измерить.</a:t>
            </a:r>
          </a:p>
        </p:txBody>
      </p:sp>
      <p:sp>
        <p:nvSpPr>
          <p:cNvPr id="44" name="Текст 8">
            <a:extLst>
              <a:ext uri="{FF2B5EF4-FFF2-40B4-BE49-F238E27FC236}">
                <a16:creationId xmlns:a16="http://schemas.microsoft.com/office/drawing/2014/main" id="{A0EBDB05-E223-F4C0-4AF4-743B80D718E1}"/>
              </a:ext>
            </a:extLst>
          </p:cNvPr>
          <p:cNvSpPr txBox="1">
            <a:spLocks/>
          </p:cNvSpPr>
          <p:nvPr/>
        </p:nvSpPr>
        <p:spPr>
          <a:xfrm>
            <a:off x="533607" y="2900091"/>
            <a:ext cx="5629858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Почему вы выбрали именно эту задачу </a:t>
            </a:r>
            <a:br>
              <a:rPr lang="ru-RU" b="1" dirty="0">
                <a:solidFill>
                  <a:schemeClr val="accent5"/>
                </a:solidFill>
              </a:rPr>
            </a:br>
            <a:r>
              <a:rPr lang="ru-RU" b="1" dirty="0">
                <a:solidFill>
                  <a:schemeClr val="accent5"/>
                </a:solidFill>
              </a:rPr>
              <a:t>из предложенных на хакатоне?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8462540F-CBE5-F86F-AD60-3D1A03F73EED}"/>
              </a:ext>
            </a:extLst>
          </p:cNvPr>
          <p:cNvCxnSpPr>
            <a:cxnSpLocks/>
          </p:cNvCxnSpPr>
          <p:nvPr/>
        </p:nvCxnSpPr>
        <p:spPr>
          <a:xfrm>
            <a:off x="623888" y="2745691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43B6B201-8F98-911C-C812-B6DD350A7909}"/>
              </a:ext>
            </a:extLst>
          </p:cNvPr>
          <p:cNvCxnSpPr>
            <a:cxnSpLocks/>
          </p:cNvCxnSpPr>
          <p:nvPr/>
        </p:nvCxnSpPr>
        <p:spPr>
          <a:xfrm>
            <a:off x="623888" y="4407066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935A7CAA-85B0-3D33-9D92-74AF00456FDE}"/>
              </a:ext>
            </a:extLst>
          </p:cNvPr>
          <p:cNvCxnSpPr>
            <a:cxnSpLocks/>
          </p:cNvCxnSpPr>
          <p:nvPr/>
        </p:nvCxnSpPr>
        <p:spPr>
          <a:xfrm>
            <a:off x="623888" y="1110074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Текст 8">
            <a:extLst>
              <a:ext uri="{FF2B5EF4-FFF2-40B4-BE49-F238E27FC236}">
                <a16:creationId xmlns:a16="http://schemas.microsoft.com/office/drawing/2014/main" id="{DE3DBF43-8386-18C6-2DBB-93FBC617A211}"/>
              </a:ext>
            </a:extLst>
          </p:cNvPr>
          <p:cNvSpPr txBox="1">
            <a:spLocks/>
          </p:cNvSpPr>
          <p:nvPr/>
        </p:nvSpPr>
        <p:spPr>
          <a:xfrm>
            <a:off x="11015788" y="1279645"/>
            <a:ext cx="956838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ru-RU" b="1" dirty="0">
                <a:solidFill>
                  <a:schemeClr val="accent5"/>
                </a:solidFill>
              </a:rPr>
              <a:t>01</a:t>
            </a:r>
          </a:p>
        </p:txBody>
      </p:sp>
      <p:sp>
        <p:nvSpPr>
          <p:cNvPr id="11" name="Текст 8">
            <a:extLst>
              <a:ext uri="{FF2B5EF4-FFF2-40B4-BE49-F238E27FC236}">
                <a16:creationId xmlns:a16="http://schemas.microsoft.com/office/drawing/2014/main" id="{1C998835-697E-638C-C9A8-992A3CFE1585}"/>
              </a:ext>
            </a:extLst>
          </p:cNvPr>
          <p:cNvSpPr txBox="1">
            <a:spLocks/>
          </p:cNvSpPr>
          <p:nvPr/>
        </p:nvSpPr>
        <p:spPr>
          <a:xfrm>
            <a:off x="11015788" y="2900091"/>
            <a:ext cx="930595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02</a:t>
            </a:r>
          </a:p>
        </p:txBody>
      </p:sp>
      <p:sp>
        <p:nvSpPr>
          <p:cNvPr id="12" name="Текст 8">
            <a:extLst>
              <a:ext uri="{FF2B5EF4-FFF2-40B4-BE49-F238E27FC236}">
                <a16:creationId xmlns:a16="http://schemas.microsoft.com/office/drawing/2014/main" id="{63CDAC47-57C1-8743-C534-E78438BFEAB6}"/>
              </a:ext>
            </a:extLst>
          </p:cNvPr>
          <p:cNvSpPr txBox="1">
            <a:spLocks/>
          </p:cNvSpPr>
          <p:nvPr/>
        </p:nvSpPr>
        <p:spPr>
          <a:xfrm>
            <a:off x="11015788" y="4571473"/>
            <a:ext cx="930596" cy="5677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355111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1DEBD50A-B557-2D80-C143-F7BE92E03371}"/>
              </a:ext>
            </a:extLst>
          </p:cNvPr>
          <p:cNvSpPr/>
          <p:nvPr/>
        </p:nvSpPr>
        <p:spPr>
          <a:xfrm>
            <a:off x="429141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557A70F9-C0E6-46AE-6A65-5343A45A5968}"/>
              </a:ext>
            </a:extLst>
          </p:cNvPr>
          <p:cNvSpPr/>
          <p:nvPr/>
        </p:nvSpPr>
        <p:spPr>
          <a:xfrm>
            <a:off x="4327137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81CF4124-313D-FA73-2EF6-2D9FE2D71D5D}"/>
              </a:ext>
            </a:extLst>
          </p:cNvPr>
          <p:cNvSpPr/>
          <p:nvPr/>
        </p:nvSpPr>
        <p:spPr>
          <a:xfrm>
            <a:off x="8225133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836BC072-4CEB-1CD2-52FE-02A6094518FB}"/>
              </a:ext>
            </a:extLst>
          </p:cNvPr>
          <p:cNvSpPr/>
          <p:nvPr/>
        </p:nvSpPr>
        <p:spPr>
          <a:xfrm>
            <a:off x="346075" y="324562"/>
            <a:ext cx="4315968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10651A50-CFFD-C440-F1DF-F703C14C9202}"/>
              </a:ext>
            </a:extLst>
          </p:cNvPr>
          <p:cNvSpPr/>
          <p:nvPr/>
        </p:nvSpPr>
        <p:spPr>
          <a:xfrm>
            <a:off x="5340262" y="1366572"/>
            <a:ext cx="1504594" cy="1401168"/>
          </a:xfrm>
          <a:prstGeom prst="round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2E5EC51C-6A42-A386-6730-F35F8E0CF56A}"/>
              </a:ext>
            </a:extLst>
          </p:cNvPr>
          <p:cNvSpPr/>
          <p:nvPr/>
        </p:nvSpPr>
        <p:spPr>
          <a:xfrm>
            <a:off x="1541018" y="1366572"/>
            <a:ext cx="1504594" cy="1401168"/>
          </a:xfrm>
          <a:prstGeom prst="round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0C532ED-B059-4872-93FE-25291054D3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24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08DB357-2788-42D4-93E8-1AB12DB2EE4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16304" y="3286814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r>
              <a:rPr lang="ru-RU" b="1" sz="1800">
                <a:solidFill>
                  <a:schemeClr val="tx1"/>
                </a:solidFill>
              </a:rPr>
              <a:t>ATS компании</a:t>
            </a:r>
            <a:endParaRPr lang="ru-RU" dirty="0">
              <a:solidFill>
                <a:schemeClr val="tx1"/>
              </a:solidFill>
            </a:endParaRPr>
          </a:p>
          <a:p>
            <a:pPr>
              <a:spcBef>
                <a:spcPts val="1000"/>
              </a:spcBef>
            </a:pPr>
            <a:r>
              <a:rPr lang="ru-RU" sz="1400">
                <a:solidFill>
                  <a:schemeClr val="tx1"/>
                </a:solidFill>
              </a:rPr>
              <a:t>Подписанные вебхуки и API-ключи: принятый кандидат уходит в Huntflow, Поток или свою систему, этапы найма возвращаются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6869BDE-34CE-47D5-B162-82211244B7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9890" y="3264544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r>
              <a:rPr lang="ru-RU" b="1" sz="1800">
                <a:solidFill>
                  <a:schemeClr val="tx1"/>
                </a:solidFill>
              </a:rPr>
              <a:t>Антифейк</a:t>
            </a:r>
            <a:endParaRPr lang="ru-RU" dirty="0">
              <a:solidFill>
                <a:schemeClr val="tx1"/>
              </a:solidFill>
            </a:endParaRPr>
          </a:p>
          <a:p>
            <a:pPr>
              <a:spcBef>
                <a:spcPts val="1000"/>
              </a:spcBef>
            </a:pPr>
            <a:r>
              <a:rPr lang="ru-RU" sz="1400">
                <a:solidFill>
                  <a:schemeClr val="tx1"/>
                </a:solidFill>
              </a:rPr>
              <a:t>Подтверждённый домен, вилка против рынка, поиск копий вакансий. Квота зависит от доверия: 5–30 в неделю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BF91A14-DF82-4BD9-95C1-96973CFF3F64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405081" y="3277471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r>
              <a:rPr lang="ru-RU" b="1" sz="1800">
                <a:solidFill>
                  <a:schemeClr val="tx1"/>
                </a:solidFill>
              </a:rPr>
              <a:t>Соискатели 14–17 лет</a:t>
            </a:r>
            <a:endParaRPr lang="ru-RU">
              <a:solidFill>
                <a:schemeClr val="tx1"/>
              </a:solidFill>
            </a:endParaRPr>
          </a:p>
          <a:p>
            <a:pPr>
              <a:spcBef>
                <a:spcPts val="1000"/>
              </a:spcBef>
            </a:pPr>
            <a:r>
              <a:rPr lang="ru-RU" sz="1400">
                <a:solidFill>
                  <a:schemeClr val="tx1"/>
                </a:solidFill>
              </a:rPr>
              <a:t>Профиль виден компаниям только после согласия законного представителя по ссылке из письма</a:t>
            </a:r>
          </a:p>
        </p:txBody>
      </p:sp>
      <p:cxnSp>
        <p:nvCxnSpPr>
          <p:cNvPr id="58" name="Google Shape;2799;p94">
            <a:extLst>
              <a:ext uri="{FF2B5EF4-FFF2-40B4-BE49-F238E27FC236}">
                <a16:creationId xmlns:a16="http://schemas.microsoft.com/office/drawing/2014/main" id="{567FA9A9-3099-4088-80A0-9601CEE4D42E}"/>
              </a:ext>
            </a:extLst>
          </p:cNvPr>
          <p:cNvCxnSpPr>
            <a:cxnSpLocks/>
          </p:cNvCxnSpPr>
          <p:nvPr/>
        </p:nvCxnSpPr>
        <p:spPr>
          <a:xfrm flipV="1">
            <a:off x="3041995" y="2120995"/>
            <a:ext cx="2288595" cy="11479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2" name="Google Shape;2829;p94">
            <a:extLst>
              <a:ext uri="{FF2B5EF4-FFF2-40B4-BE49-F238E27FC236}">
                <a16:creationId xmlns:a16="http://schemas.microsoft.com/office/drawing/2014/main" id="{4C77747E-B18D-4A2B-BA4F-6DC51DACDF20}"/>
              </a:ext>
            </a:extLst>
          </p:cNvPr>
          <p:cNvGrpSpPr/>
          <p:nvPr/>
        </p:nvGrpSpPr>
        <p:grpSpPr>
          <a:xfrm>
            <a:off x="1899087" y="1753233"/>
            <a:ext cx="738531" cy="687909"/>
            <a:chOff x="3385734" y="2233242"/>
            <a:chExt cx="340504" cy="319542"/>
          </a:xfrm>
        </p:grpSpPr>
        <p:sp>
          <p:nvSpPr>
            <p:cNvPr id="63" name="Google Shape;2830;p94">
              <a:extLst>
                <a:ext uri="{FF2B5EF4-FFF2-40B4-BE49-F238E27FC236}">
                  <a16:creationId xmlns:a16="http://schemas.microsoft.com/office/drawing/2014/main" id="{F538E3A9-5C7B-406B-80D1-B9EEBFF33FF0}"/>
                </a:ext>
              </a:extLst>
            </p:cNvPr>
            <p:cNvSpPr/>
            <p:nvPr/>
          </p:nvSpPr>
          <p:spPr>
            <a:xfrm>
              <a:off x="3385734" y="2233242"/>
              <a:ext cx="340504" cy="319542"/>
            </a:xfrm>
            <a:custGeom>
              <a:avLst/>
              <a:gdLst/>
              <a:ahLst/>
              <a:cxnLst/>
              <a:rect l="l" t="t" r="r" b="b"/>
              <a:pathLst>
                <a:path w="10122" h="9289" extrusionOk="0">
                  <a:moveTo>
                    <a:pt x="9574" y="310"/>
                  </a:moveTo>
                  <a:cubicBezTo>
                    <a:pt x="9717" y="310"/>
                    <a:pt x="9812" y="406"/>
                    <a:pt x="9812" y="549"/>
                  </a:cubicBezTo>
                  <a:lnTo>
                    <a:pt x="9812" y="5669"/>
                  </a:lnTo>
                  <a:lnTo>
                    <a:pt x="8622" y="5669"/>
                  </a:lnTo>
                  <a:cubicBezTo>
                    <a:pt x="8550" y="5669"/>
                    <a:pt x="8479" y="5740"/>
                    <a:pt x="8479" y="5812"/>
                  </a:cubicBezTo>
                  <a:cubicBezTo>
                    <a:pt x="8479" y="5907"/>
                    <a:pt x="8550" y="5978"/>
                    <a:pt x="8622" y="5978"/>
                  </a:cubicBezTo>
                  <a:lnTo>
                    <a:pt x="9812" y="5978"/>
                  </a:lnTo>
                  <a:lnTo>
                    <a:pt x="9812" y="6455"/>
                  </a:lnTo>
                  <a:cubicBezTo>
                    <a:pt x="9812" y="6597"/>
                    <a:pt x="9717" y="6717"/>
                    <a:pt x="9574" y="6717"/>
                  </a:cubicBezTo>
                  <a:lnTo>
                    <a:pt x="549" y="6717"/>
                  </a:lnTo>
                  <a:cubicBezTo>
                    <a:pt x="406" y="6717"/>
                    <a:pt x="287" y="6597"/>
                    <a:pt x="287" y="6455"/>
                  </a:cubicBezTo>
                  <a:lnTo>
                    <a:pt x="287" y="5978"/>
                  </a:lnTo>
                  <a:lnTo>
                    <a:pt x="7979" y="5978"/>
                  </a:lnTo>
                  <a:cubicBezTo>
                    <a:pt x="8050" y="5978"/>
                    <a:pt x="8122" y="5907"/>
                    <a:pt x="8122" y="5812"/>
                  </a:cubicBezTo>
                  <a:cubicBezTo>
                    <a:pt x="8122" y="5740"/>
                    <a:pt x="8050" y="5669"/>
                    <a:pt x="7979" y="5669"/>
                  </a:cubicBezTo>
                  <a:lnTo>
                    <a:pt x="6216" y="5669"/>
                  </a:lnTo>
                  <a:lnTo>
                    <a:pt x="6216" y="310"/>
                  </a:lnTo>
                  <a:close/>
                  <a:moveTo>
                    <a:pt x="5335" y="7002"/>
                  </a:moveTo>
                  <a:lnTo>
                    <a:pt x="5335" y="7193"/>
                  </a:lnTo>
                  <a:cubicBezTo>
                    <a:pt x="5335" y="7360"/>
                    <a:pt x="5216" y="7479"/>
                    <a:pt x="5049" y="7479"/>
                  </a:cubicBezTo>
                  <a:cubicBezTo>
                    <a:pt x="4907" y="7479"/>
                    <a:pt x="4764" y="7360"/>
                    <a:pt x="4764" y="7193"/>
                  </a:cubicBezTo>
                  <a:lnTo>
                    <a:pt x="4764" y="7002"/>
                  </a:lnTo>
                  <a:close/>
                  <a:moveTo>
                    <a:pt x="6073" y="7002"/>
                  </a:moveTo>
                  <a:lnTo>
                    <a:pt x="6169" y="8241"/>
                  </a:lnTo>
                  <a:lnTo>
                    <a:pt x="3954" y="8241"/>
                  </a:lnTo>
                  <a:lnTo>
                    <a:pt x="4049" y="7002"/>
                  </a:lnTo>
                  <a:lnTo>
                    <a:pt x="4478" y="7002"/>
                  </a:lnTo>
                  <a:lnTo>
                    <a:pt x="4478" y="7193"/>
                  </a:lnTo>
                  <a:cubicBezTo>
                    <a:pt x="4478" y="7526"/>
                    <a:pt x="4740" y="7788"/>
                    <a:pt x="5049" y="7788"/>
                  </a:cubicBezTo>
                  <a:cubicBezTo>
                    <a:pt x="5383" y="7788"/>
                    <a:pt x="5645" y="7526"/>
                    <a:pt x="5645" y="7193"/>
                  </a:cubicBezTo>
                  <a:lnTo>
                    <a:pt x="5645" y="7002"/>
                  </a:lnTo>
                  <a:close/>
                  <a:moveTo>
                    <a:pt x="6859" y="8526"/>
                  </a:moveTo>
                  <a:cubicBezTo>
                    <a:pt x="6883" y="8526"/>
                    <a:pt x="6907" y="8550"/>
                    <a:pt x="6907" y="8574"/>
                  </a:cubicBezTo>
                  <a:lnTo>
                    <a:pt x="6907" y="8955"/>
                  </a:lnTo>
                  <a:cubicBezTo>
                    <a:pt x="6907" y="8979"/>
                    <a:pt x="6883" y="9003"/>
                    <a:pt x="6859" y="9003"/>
                  </a:cubicBezTo>
                  <a:lnTo>
                    <a:pt x="3263" y="9003"/>
                  </a:lnTo>
                  <a:cubicBezTo>
                    <a:pt x="3240" y="9003"/>
                    <a:pt x="3216" y="8979"/>
                    <a:pt x="3216" y="8955"/>
                  </a:cubicBezTo>
                  <a:lnTo>
                    <a:pt x="3216" y="8574"/>
                  </a:lnTo>
                  <a:cubicBezTo>
                    <a:pt x="3216" y="8550"/>
                    <a:pt x="3240" y="8526"/>
                    <a:pt x="3263" y="8526"/>
                  </a:cubicBezTo>
                  <a:close/>
                  <a:moveTo>
                    <a:pt x="549" y="1"/>
                  </a:moveTo>
                  <a:cubicBezTo>
                    <a:pt x="239" y="1"/>
                    <a:pt x="1" y="239"/>
                    <a:pt x="1" y="549"/>
                  </a:cubicBezTo>
                  <a:lnTo>
                    <a:pt x="1" y="1477"/>
                  </a:lnTo>
                  <a:cubicBezTo>
                    <a:pt x="1" y="1573"/>
                    <a:pt x="72" y="1644"/>
                    <a:pt x="144" y="1644"/>
                  </a:cubicBezTo>
                  <a:cubicBezTo>
                    <a:pt x="215" y="1644"/>
                    <a:pt x="287" y="1573"/>
                    <a:pt x="287" y="1477"/>
                  </a:cubicBezTo>
                  <a:lnTo>
                    <a:pt x="287" y="549"/>
                  </a:lnTo>
                  <a:cubicBezTo>
                    <a:pt x="287" y="406"/>
                    <a:pt x="406" y="310"/>
                    <a:pt x="549" y="310"/>
                  </a:cubicBezTo>
                  <a:lnTo>
                    <a:pt x="5907" y="310"/>
                  </a:lnTo>
                  <a:lnTo>
                    <a:pt x="5907" y="5669"/>
                  </a:lnTo>
                  <a:lnTo>
                    <a:pt x="287" y="5669"/>
                  </a:lnTo>
                  <a:lnTo>
                    <a:pt x="287" y="2144"/>
                  </a:lnTo>
                  <a:cubicBezTo>
                    <a:pt x="287" y="2049"/>
                    <a:pt x="239" y="2001"/>
                    <a:pt x="144" y="2001"/>
                  </a:cubicBezTo>
                  <a:cubicBezTo>
                    <a:pt x="72" y="2001"/>
                    <a:pt x="1" y="2049"/>
                    <a:pt x="1" y="2144"/>
                  </a:cubicBezTo>
                  <a:lnTo>
                    <a:pt x="1" y="6455"/>
                  </a:lnTo>
                  <a:cubicBezTo>
                    <a:pt x="1" y="6764"/>
                    <a:pt x="239" y="7002"/>
                    <a:pt x="549" y="7002"/>
                  </a:cubicBezTo>
                  <a:lnTo>
                    <a:pt x="3763" y="7002"/>
                  </a:lnTo>
                  <a:lnTo>
                    <a:pt x="3644" y="8241"/>
                  </a:lnTo>
                  <a:lnTo>
                    <a:pt x="3263" y="8241"/>
                  </a:lnTo>
                  <a:cubicBezTo>
                    <a:pt x="3073" y="8241"/>
                    <a:pt x="2930" y="8384"/>
                    <a:pt x="2930" y="8574"/>
                  </a:cubicBezTo>
                  <a:lnTo>
                    <a:pt x="2930" y="8955"/>
                  </a:lnTo>
                  <a:cubicBezTo>
                    <a:pt x="2930" y="9146"/>
                    <a:pt x="3073" y="9288"/>
                    <a:pt x="3263" y="9288"/>
                  </a:cubicBezTo>
                  <a:lnTo>
                    <a:pt x="6859" y="9288"/>
                  </a:lnTo>
                  <a:cubicBezTo>
                    <a:pt x="7050" y="9288"/>
                    <a:pt x="7193" y="9146"/>
                    <a:pt x="7193" y="8955"/>
                  </a:cubicBezTo>
                  <a:lnTo>
                    <a:pt x="7193" y="8574"/>
                  </a:lnTo>
                  <a:cubicBezTo>
                    <a:pt x="7193" y="8384"/>
                    <a:pt x="7050" y="8241"/>
                    <a:pt x="6859" y="8241"/>
                  </a:cubicBezTo>
                  <a:lnTo>
                    <a:pt x="6478" y="8241"/>
                  </a:lnTo>
                  <a:lnTo>
                    <a:pt x="6359" y="7002"/>
                  </a:lnTo>
                  <a:lnTo>
                    <a:pt x="9574" y="7002"/>
                  </a:lnTo>
                  <a:cubicBezTo>
                    <a:pt x="9860" y="7002"/>
                    <a:pt x="10122" y="6764"/>
                    <a:pt x="10122" y="6455"/>
                  </a:cubicBezTo>
                  <a:lnTo>
                    <a:pt x="10122" y="549"/>
                  </a:lnTo>
                  <a:cubicBezTo>
                    <a:pt x="10122" y="239"/>
                    <a:pt x="9884" y="1"/>
                    <a:pt x="9574" y="1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" name="Google Shape;2831;p94">
              <a:extLst>
                <a:ext uri="{FF2B5EF4-FFF2-40B4-BE49-F238E27FC236}">
                  <a16:creationId xmlns:a16="http://schemas.microsoft.com/office/drawing/2014/main" id="{6A25AEAC-89F0-49CB-B7BE-42F11987AD9D}"/>
                </a:ext>
              </a:extLst>
            </p:cNvPr>
            <p:cNvSpPr/>
            <p:nvPr/>
          </p:nvSpPr>
          <p:spPr>
            <a:xfrm>
              <a:off x="3420989" y="2296022"/>
              <a:ext cx="143441" cy="113382"/>
            </a:xfrm>
            <a:custGeom>
              <a:avLst/>
              <a:gdLst/>
              <a:ahLst/>
              <a:cxnLst/>
              <a:rect l="l" t="t" r="r" b="b"/>
              <a:pathLst>
                <a:path w="4264" h="3296" extrusionOk="0">
                  <a:moveTo>
                    <a:pt x="3897" y="0"/>
                  </a:moveTo>
                  <a:cubicBezTo>
                    <a:pt x="3848" y="0"/>
                    <a:pt x="3805" y="22"/>
                    <a:pt x="3787" y="57"/>
                  </a:cubicBezTo>
                  <a:lnTo>
                    <a:pt x="2835" y="1176"/>
                  </a:lnTo>
                  <a:lnTo>
                    <a:pt x="2596" y="986"/>
                  </a:lnTo>
                  <a:cubicBezTo>
                    <a:pt x="2573" y="962"/>
                    <a:pt x="2537" y="950"/>
                    <a:pt x="2501" y="950"/>
                  </a:cubicBezTo>
                  <a:cubicBezTo>
                    <a:pt x="2465" y="950"/>
                    <a:pt x="2430" y="962"/>
                    <a:pt x="2406" y="986"/>
                  </a:cubicBezTo>
                  <a:lnTo>
                    <a:pt x="1811" y="1629"/>
                  </a:lnTo>
                  <a:lnTo>
                    <a:pt x="1096" y="1367"/>
                  </a:lnTo>
                  <a:cubicBezTo>
                    <a:pt x="1084" y="1355"/>
                    <a:pt x="1066" y="1349"/>
                    <a:pt x="1045" y="1349"/>
                  </a:cubicBezTo>
                  <a:cubicBezTo>
                    <a:pt x="1025" y="1349"/>
                    <a:pt x="1001" y="1355"/>
                    <a:pt x="977" y="1367"/>
                  </a:cubicBezTo>
                  <a:lnTo>
                    <a:pt x="286" y="1772"/>
                  </a:lnTo>
                  <a:lnTo>
                    <a:pt x="286" y="462"/>
                  </a:lnTo>
                  <a:cubicBezTo>
                    <a:pt x="286" y="391"/>
                    <a:pt x="239" y="319"/>
                    <a:pt x="144" y="319"/>
                  </a:cubicBezTo>
                  <a:cubicBezTo>
                    <a:pt x="72" y="319"/>
                    <a:pt x="1" y="391"/>
                    <a:pt x="1" y="462"/>
                  </a:cubicBezTo>
                  <a:lnTo>
                    <a:pt x="1" y="3153"/>
                  </a:lnTo>
                  <a:cubicBezTo>
                    <a:pt x="1" y="3225"/>
                    <a:pt x="72" y="3296"/>
                    <a:pt x="144" y="3296"/>
                  </a:cubicBezTo>
                  <a:lnTo>
                    <a:pt x="4121" y="3296"/>
                  </a:lnTo>
                  <a:cubicBezTo>
                    <a:pt x="4192" y="3296"/>
                    <a:pt x="4263" y="3225"/>
                    <a:pt x="4263" y="3153"/>
                  </a:cubicBezTo>
                  <a:cubicBezTo>
                    <a:pt x="4263" y="3082"/>
                    <a:pt x="4216" y="3010"/>
                    <a:pt x="4121" y="3010"/>
                  </a:cubicBezTo>
                  <a:lnTo>
                    <a:pt x="4049" y="3010"/>
                  </a:lnTo>
                  <a:lnTo>
                    <a:pt x="4049" y="2200"/>
                  </a:lnTo>
                  <a:cubicBezTo>
                    <a:pt x="4049" y="2105"/>
                    <a:pt x="3978" y="2034"/>
                    <a:pt x="3906" y="2034"/>
                  </a:cubicBezTo>
                  <a:cubicBezTo>
                    <a:pt x="3811" y="2034"/>
                    <a:pt x="3739" y="2105"/>
                    <a:pt x="3739" y="2200"/>
                  </a:cubicBezTo>
                  <a:lnTo>
                    <a:pt x="3739" y="3010"/>
                  </a:lnTo>
                  <a:lnTo>
                    <a:pt x="3382" y="3010"/>
                  </a:lnTo>
                  <a:lnTo>
                    <a:pt x="3382" y="2891"/>
                  </a:lnTo>
                  <a:cubicBezTo>
                    <a:pt x="3382" y="2820"/>
                    <a:pt x="3311" y="2748"/>
                    <a:pt x="3239" y="2748"/>
                  </a:cubicBezTo>
                  <a:cubicBezTo>
                    <a:pt x="3144" y="2748"/>
                    <a:pt x="3073" y="2796"/>
                    <a:pt x="3073" y="2891"/>
                  </a:cubicBezTo>
                  <a:lnTo>
                    <a:pt x="3073" y="3010"/>
                  </a:lnTo>
                  <a:lnTo>
                    <a:pt x="2573" y="3010"/>
                  </a:lnTo>
                  <a:lnTo>
                    <a:pt x="2573" y="2891"/>
                  </a:lnTo>
                  <a:cubicBezTo>
                    <a:pt x="2573" y="2820"/>
                    <a:pt x="2525" y="2748"/>
                    <a:pt x="2430" y="2748"/>
                  </a:cubicBezTo>
                  <a:cubicBezTo>
                    <a:pt x="2358" y="2748"/>
                    <a:pt x="2287" y="2796"/>
                    <a:pt x="2287" y="2891"/>
                  </a:cubicBezTo>
                  <a:lnTo>
                    <a:pt x="2287" y="3010"/>
                  </a:lnTo>
                  <a:lnTo>
                    <a:pt x="1787" y="3010"/>
                  </a:lnTo>
                  <a:lnTo>
                    <a:pt x="1787" y="2891"/>
                  </a:lnTo>
                  <a:cubicBezTo>
                    <a:pt x="1787" y="2820"/>
                    <a:pt x="1715" y="2748"/>
                    <a:pt x="1644" y="2748"/>
                  </a:cubicBezTo>
                  <a:cubicBezTo>
                    <a:pt x="1549" y="2748"/>
                    <a:pt x="1501" y="2796"/>
                    <a:pt x="1501" y="2891"/>
                  </a:cubicBezTo>
                  <a:lnTo>
                    <a:pt x="1501" y="3010"/>
                  </a:lnTo>
                  <a:lnTo>
                    <a:pt x="1001" y="3010"/>
                  </a:lnTo>
                  <a:lnTo>
                    <a:pt x="1001" y="2891"/>
                  </a:lnTo>
                  <a:cubicBezTo>
                    <a:pt x="1001" y="2820"/>
                    <a:pt x="929" y="2748"/>
                    <a:pt x="834" y="2748"/>
                  </a:cubicBezTo>
                  <a:cubicBezTo>
                    <a:pt x="763" y="2748"/>
                    <a:pt x="691" y="2796"/>
                    <a:pt x="691" y="2891"/>
                  </a:cubicBezTo>
                  <a:lnTo>
                    <a:pt x="691" y="3010"/>
                  </a:lnTo>
                  <a:lnTo>
                    <a:pt x="286" y="3010"/>
                  </a:lnTo>
                  <a:lnTo>
                    <a:pt x="286" y="2105"/>
                  </a:lnTo>
                  <a:lnTo>
                    <a:pt x="1048" y="1653"/>
                  </a:lnTo>
                  <a:lnTo>
                    <a:pt x="1811" y="1962"/>
                  </a:lnTo>
                  <a:cubicBezTo>
                    <a:pt x="1823" y="1969"/>
                    <a:pt x="1838" y="1972"/>
                    <a:pt x="1853" y="1972"/>
                  </a:cubicBezTo>
                  <a:cubicBezTo>
                    <a:pt x="1893" y="1972"/>
                    <a:pt x="1936" y="1950"/>
                    <a:pt x="1953" y="1915"/>
                  </a:cubicBezTo>
                  <a:lnTo>
                    <a:pt x="2525" y="1296"/>
                  </a:lnTo>
                  <a:lnTo>
                    <a:pt x="2763" y="1486"/>
                  </a:lnTo>
                  <a:cubicBezTo>
                    <a:pt x="2795" y="1518"/>
                    <a:pt x="2828" y="1531"/>
                    <a:pt x="2860" y="1531"/>
                  </a:cubicBezTo>
                  <a:cubicBezTo>
                    <a:pt x="2899" y="1531"/>
                    <a:pt x="2938" y="1512"/>
                    <a:pt x="2977" y="1486"/>
                  </a:cubicBezTo>
                  <a:lnTo>
                    <a:pt x="3739" y="557"/>
                  </a:lnTo>
                  <a:lnTo>
                    <a:pt x="3739" y="1534"/>
                  </a:lnTo>
                  <a:cubicBezTo>
                    <a:pt x="3739" y="1629"/>
                    <a:pt x="3811" y="1677"/>
                    <a:pt x="3882" y="1677"/>
                  </a:cubicBezTo>
                  <a:cubicBezTo>
                    <a:pt x="3978" y="1677"/>
                    <a:pt x="4049" y="1629"/>
                    <a:pt x="4049" y="1534"/>
                  </a:cubicBezTo>
                  <a:lnTo>
                    <a:pt x="4049" y="152"/>
                  </a:lnTo>
                  <a:cubicBezTo>
                    <a:pt x="4049" y="81"/>
                    <a:pt x="4001" y="33"/>
                    <a:pt x="3954" y="10"/>
                  </a:cubicBezTo>
                  <a:cubicBezTo>
                    <a:pt x="3935" y="3"/>
                    <a:pt x="3916" y="0"/>
                    <a:pt x="389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" name="Google Shape;2832;p94">
              <a:extLst>
                <a:ext uri="{FF2B5EF4-FFF2-40B4-BE49-F238E27FC236}">
                  <a16:creationId xmlns:a16="http://schemas.microsoft.com/office/drawing/2014/main" id="{3504136F-174E-465D-95D8-13EE2C34474F}"/>
                </a:ext>
              </a:extLst>
            </p:cNvPr>
            <p:cNvSpPr/>
            <p:nvPr/>
          </p:nvSpPr>
          <p:spPr>
            <a:xfrm>
              <a:off x="3451433" y="2319276"/>
              <a:ext cx="9655" cy="13966"/>
            </a:xfrm>
            <a:custGeom>
              <a:avLst/>
              <a:gdLst/>
              <a:ahLst/>
              <a:cxnLst/>
              <a:rect l="l" t="t" r="r" b="b"/>
              <a:pathLst>
                <a:path w="287" h="406" extrusionOk="0">
                  <a:moveTo>
                    <a:pt x="143" y="0"/>
                  </a:moveTo>
                  <a:cubicBezTo>
                    <a:pt x="72" y="0"/>
                    <a:pt x="1" y="72"/>
                    <a:pt x="1" y="167"/>
                  </a:cubicBezTo>
                  <a:lnTo>
                    <a:pt x="1" y="262"/>
                  </a:lnTo>
                  <a:cubicBezTo>
                    <a:pt x="1" y="358"/>
                    <a:pt x="72" y="405"/>
                    <a:pt x="143" y="405"/>
                  </a:cubicBezTo>
                  <a:cubicBezTo>
                    <a:pt x="239" y="405"/>
                    <a:pt x="286" y="358"/>
                    <a:pt x="286" y="262"/>
                  </a:cubicBezTo>
                  <a:lnTo>
                    <a:pt x="286" y="167"/>
                  </a:lnTo>
                  <a:cubicBezTo>
                    <a:pt x="286" y="72"/>
                    <a:pt x="239" y="0"/>
                    <a:pt x="143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" name="Google Shape;2833;p94">
              <a:extLst>
                <a:ext uri="{FF2B5EF4-FFF2-40B4-BE49-F238E27FC236}">
                  <a16:creationId xmlns:a16="http://schemas.microsoft.com/office/drawing/2014/main" id="{1A03FD0C-7738-4A35-B44B-4D9C0E75CBAB}"/>
                </a:ext>
              </a:extLst>
            </p:cNvPr>
            <p:cNvSpPr/>
            <p:nvPr/>
          </p:nvSpPr>
          <p:spPr>
            <a:xfrm>
              <a:off x="3500312" y="2305344"/>
              <a:ext cx="10428" cy="13966"/>
            </a:xfrm>
            <a:custGeom>
              <a:avLst/>
              <a:gdLst/>
              <a:ahLst/>
              <a:cxnLst/>
              <a:rect l="l" t="t" r="r" b="b"/>
              <a:pathLst>
                <a:path w="310" h="406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lnTo>
                    <a:pt x="0" y="262"/>
                  </a:lnTo>
                  <a:cubicBezTo>
                    <a:pt x="0" y="334"/>
                    <a:pt x="72" y="405"/>
                    <a:pt x="143" y="405"/>
                  </a:cubicBezTo>
                  <a:cubicBezTo>
                    <a:pt x="238" y="405"/>
                    <a:pt x="310" y="334"/>
                    <a:pt x="310" y="262"/>
                  </a:cubicBezTo>
                  <a:lnTo>
                    <a:pt x="310" y="143"/>
                  </a:lnTo>
                  <a:cubicBezTo>
                    <a:pt x="310" y="72"/>
                    <a:pt x="238" y="1"/>
                    <a:pt x="143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" name="Google Shape;2834;p94">
              <a:extLst>
                <a:ext uri="{FF2B5EF4-FFF2-40B4-BE49-F238E27FC236}">
                  <a16:creationId xmlns:a16="http://schemas.microsoft.com/office/drawing/2014/main" id="{66009B1B-C6FD-49B8-8022-7BA95FBA9273}"/>
                </a:ext>
              </a:extLst>
            </p:cNvPr>
            <p:cNvSpPr/>
            <p:nvPr/>
          </p:nvSpPr>
          <p:spPr>
            <a:xfrm>
              <a:off x="3546769" y="2275038"/>
              <a:ext cx="10462" cy="13966"/>
            </a:xfrm>
            <a:custGeom>
              <a:avLst/>
              <a:gdLst/>
              <a:ahLst/>
              <a:cxnLst/>
              <a:rect l="l" t="t" r="r" b="b"/>
              <a:pathLst>
                <a:path w="311" h="406" extrusionOk="0">
                  <a:moveTo>
                    <a:pt x="167" y="0"/>
                  </a:moveTo>
                  <a:cubicBezTo>
                    <a:pt x="72" y="0"/>
                    <a:pt x="0" y="48"/>
                    <a:pt x="0" y="143"/>
                  </a:cubicBezTo>
                  <a:lnTo>
                    <a:pt x="0" y="239"/>
                  </a:lnTo>
                  <a:cubicBezTo>
                    <a:pt x="0" y="334"/>
                    <a:pt x="72" y="405"/>
                    <a:pt x="167" y="405"/>
                  </a:cubicBezTo>
                  <a:cubicBezTo>
                    <a:pt x="239" y="405"/>
                    <a:pt x="310" y="334"/>
                    <a:pt x="310" y="239"/>
                  </a:cubicBezTo>
                  <a:lnTo>
                    <a:pt x="310" y="143"/>
                  </a:lnTo>
                  <a:cubicBezTo>
                    <a:pt x="310" y="48"/>
                    <a:pt x="239" y="0"/>
                    <a:pt x="16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" name="Google Shape;2835;p94">
              <a:extLst>
                <a:ext uri="{FF2B5EF4-FFF2-40B4-BE49-F238E27FC236}">
                  <a16:creationId xmlns:a16="http://schemas.microsoft.com/office/drawing/2014/main" id="{842A40FB-E85F-45B5-A562-0F31875BC8DD}"/>
                </a:ext>
              </a:extLst>
            </p:cNvPr>
            <p:cNvSpPr/>
            <p:nvPr/>
          </p:nvSpPr>
          <p:spPr>
            <a:xfrm>
              <a:off x="3420989" y="2260280"/>
              <a:ext cx="27282" cy="9873"/>
            </a:xfrm>
            <a:custGeom>
              <a:avLst/>
              <a:gdLst/>
              <a:ahLst/>
              <a:cxnLst/>
              <a:rect l="l" t="t" r="r" b="b"/>
              <a:pathLst>
                <a:path w="811" h="287" extrusionOk="0">
                  <a:moveTo>
                    <a:pt x="144" y="1"/>
                  </a:moveTo>
                  <a:cubicBezTo>
                    <a:pt x="72" y="1"/>
                    <a:pt x="1" y="72"/>
                    <a:pt x="1" y="144"/>
                  </a:cubicBezTo>
                  <a:cubicBezTo>
                    <a:pt x="1" y="239"/>
                    <a:pt x="72" y="287"/>
                    <a:pt x="144" y="287"/>
                  </a:cubicBezTo>
                  <a:lnTo>
                    <a:pt x="667" y="287"/>
                  </a:lnTo>
                  <a:cubicBezTo>
                    <a:pt x="739" y="287"/>
                    <a:pt x="810" y="239"/>
                    <a:pt x="810" y="144"/>
                  </a:cubicBezTo>
                  <a:cubicBezTo>
                    <a:pt x="810" y="72"/>
                    <a:pt x="739" y="1"/>
                    <a:pt x="66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" name="Google Shape;2836;p94">
              <a:extLst>
                <a:ext uri="{FF2B5EF4-FFF2-40B4-BE49-F238E27FC236}">
                  <a16:creationId xmlns:a16="http://schemas.microsoft.com/office/drawing/2014/main" id="{543973E7-B229-4280-95BA-F224FDE6583D}"/>
                </a:ext>
              </a:extLst>
            </p:cNvPr>
            <p:cNvSpPr/>
            <p:nvPr/>
          </p:nvSpPr>
          <p:spPr>
            <a:xfrm>
              <a:off x="3420989" y="2279131"/>
              <a:ext cx="47298" cy="10698"/>
            </a:xfrm>
            <a:custGeom>
              <a:avLst/>
              <a:gdLst/>
              <a:ahLst/>
              <a:cxnLst/>
              <a:rect l="l" t="t" r="r" b="b"/>
              <a:pathLst>
                <a:path w="1406" h="311" extrusionOk="0">
                  <a:moveTo>
                    <a:pt x="144" y="0"/>
                  </a:moveTo>
                  <a:cubicBezTo>
                    <a:pt x="72" y="0"/>
                    <a:pt x="1" y="72"/>
                    <a:pt x="1" y="143"/>
                  </a:cubicBezTo>
                  <a:cubicBezTo>
                    <a:pt x="1" y="239"/>
                    <a:pt x="72" y="310"/>
                    <a:pt x="144" y="310"/>
                  </a:cubicBezTo>
                  <a:lnTo>
                    <a:pt x="1239" y="310"/>
                  </a:lnTo>
                  <a:cubicBezTo>
                    <a:pt x="1334" y="310"/>
                    <a:pt x="1406" y="239"/>
                    <a:pt x="1406" y="143"/>
                  </a:cubicBezTo>
                  <a:cubicBezTo>
                    <a:pt x="1406" y="72"/>
                    <a:pt x="1334" y="0"/>
                    <a:pt x="1239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" name="Google Shape;2837;p94">
              <a:extLst>
                <a:ext uri="{FF2B5EF4-FFF2-40B4-BE49-F238E27FC236}">
                  <a16:creationId xmlns:a16="http://schemas.microsoft.com/office/drawing/2014/main" id="{41575783-12EF-40FC-B478-EC50906BBB87}"/>
                </a:ext>
              </a:extLst>
            </p:cNvPr>
            <p:cNvSpPr/>
            <p:nvPr/>
          </p:nvSpPr>
          <p:spPr>
            <a:xfrm>
              <a:off x="3640490" y="2276689"/>
              <a:ext cx="31285" cy="54077"/>
            </a:xfrm>
            <a:custGeom>
              <a:avLst/>
              <a:gdLst/>
              <a:ahLst/>
              <a:cxnLst/>
              <a:rect l="l" t="t" r="r" b="b"/>
              <a:pathLst>
                <a:path w="930" h="1572" extrusionOk="0">
                  <a:moveTo>
                    <a:pt x="453" y="0"/>
                  </a:moveTo>
                  <a:cubicBezTo>
                    <a:pt x="382" y="0"/>
                    <a:pt x="310" y="48"/>
                    <a:pt x="310" y="143"/>
                  </a:cubicBezTo>
                  <a:lnTo>
                    <a:pt x="310" y="167"/>
                  </a:lnTo>
                  <a:cubicBezTo>
                    <a:pt x="144" y="214"/>
                    <a:pt x="1" y="357"/>
                    <a:pt x="1" y="548"/>
                  </a:cubicBezTo>
                  <a:cubicBezTo>
                    <a:pt x="1" y="762"/>
                    <a:pt x="167" y="929"/>
                    <a:pt x="382" y="929"/>
                  </a:cubicBezTo>
                  <a:lnTo>
                    <a:pt x="525" y="929"/>
                  </a:lnTo>
                  <a:cubicBezTo>
                    <a:pt x="572" y="929"/>
                    <a:pt x="620" y="976"/>
                    <a:pt x="620" y="1024"/>
                  </a:cubicBezTo>
                  <a:cubicBezTo>
                    <a:pt x="620" y="1072"/>
                    <a:pt x="572" y="1119"/>
                    <a:pt x="525" y="1119"/>
                  </a:cubicBezTo>
                  <a:lnTo>
                    <a:pt x="382" y="1119"/>
                  </a:lnTo>
                  <a:cubicBezTo>
                    <a:pt x="358" y="1119"/>
                    <a:pt x="310" y="1095"/>
                    <a:pt x="310" y="1048"/>
                  </a:cubicBezTo>
                  <a:cubicBezTo>
                    <a:pt x="293" y="994"/>
                    <a:pt x="234" y="967"/>
                    <a:pt x="176" y="967"/>
                  </a:cubicBezTo>
                  <a:cubicBezTo>
                    <a:pt x="157" y="967"/>
                    <a:pt x="138" y="970"/>
                    <a:pt x="120" y="976"/>
                  </a:cubicBezTo>
                  <a:cubicBezTo>
                    <a:pt x="48" y="1024"/>
                    <a:pt x="1" y="1095"/>
                    <a:pt x="48" y="1167"/>
                  </a:cubicBezTo>
                  <a:cubicBezTo>
                    <a:pt x="96" y="1286"/>
                    <a:pt x="191" y="1381"/>
                    <a:pt x="310" y="1405"/>
                  </a:cubicBezTo>
                  <a:cubicBezTo>
                    <a:pt x="310" y="1500"/>
                    <a:pt x="382" y="1572"/>
                    <a:pt x="453" y="1572"/>
                  </a:cubicBezTo>
                  <a:cubicBezTo>
                    <a:pt x="549" y="1572"/>
                    <a:pt x="620" y="1500"/>
                    <a:pt x="620" y="1405"/>
                  </a:cubicBezTo>
                  <a:cubicBezTo>
                    <a:pt x="787" y="1357"/>
                    <a:pt x="930" y="1215"/>
                    <a:pt x="930" y="1024"/>
                  </a:cubicBezTo>
                  <a:cubicBezTo>
                    <a:pt x="930" y="810"/>
                    <a:pt x="739" y="643"/>
                    <a:pt x="525" y="643"/>
                  </a:cubicBezTo>
                  <a:lnTo>
                    <a:pt x="382" y="643"/>
                  </a:lnTo>
                  <a:cubicBezTo>
                    <a:pt x="334" y="643"/>
                    <a:pt x="310" y="595"/>
                    <a:pt x="310" y="548"/>
                  </a:cubicBezTo>
                  <a:cubicBezTo>
                    <a:pt x="310" y="500"/>
                    <a:pt x="334" y="453"/>
                    <a:pt x="382" y="453"/>
                  </a:cubicBezTo>
                  <a:lnTo>
                    <a:pt x="525" y="453"/>
                  </a:lnTo>
                  <a:cubicBezTo>
                    <a:pt x="572" y="453"/>
                    <a:pt x="596" y="476"/>
                    <a:pt x="620" y="500"/>
                  </a:cubicBezTo>
                  <a:cubicBezTo>
                    <a:pt x="635" y="546"/>
                    <a:pt x="681" y="573"/>
                    <a:pt x="730" y="573"/>
                  </a:cubicBezTo>
                  <a:cubicBezTo>
                    <a:pt x="757" y="573"/>
                    <a:pt x="785" y="565"/>
                    <a:pt x="810" y="548"/>
                  </a:cubicBezTo>
                  <a:cubicBezTo>
                    <a:pt x="882" y="500"/>
                    <a:pt x="906" y="405"/>
                    <a:pt x="858" y="333"/>
                  </a:cubicBezTo>
                  <a:cubicBezTo>
                    <a:pt x="787" y="238"/>
                    <a:pt x="715" y="191"/>
                    <a:pt x="620" y="167"/>
                  </a:cubicBezTo>
                  <a:lnTo>
                    <a:pt x="620" y="143"/>
                  </a:lnTo>
                  <a:cubicBezTo>
                    <a:pt x="620" y="48"/>
                    <a:pt x="549" y="0"/>
                    <a:pt x="453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" name="Google Shape;2838;p94">
              <a:extLst>
                <a:ext uri="{FF2B5EF4-FFF2-40B4-BE49-F238E27FC236}">
                  <a16:creationId xmlns:a16="http://schemas.microsoft.com/office/drawing/2014/main" id="{6F0CCC03-3E72-49CA-80F0-A626E2390658}"/>
                </a:ext>
              </a:extLst>
            </p:cNvPr>
            <p:cNvSpPr/>
            <p:nvPr/>
          </p:nvSpPr>
          <p:spPr>
            <a:xfrm>
              <a:off x="3614049" y="2260280"/>
              <a:ext cx="84167" cy="86069"/>
            </a:xfrm>
            <a:custGeom>
              <a:avLst/>
              <a:gdLst/>
              <a:ahLst/>
              <a:cxnLst/>
              <a:rect l="l" t="t" r="r" b="b"/>
              <a:pathLst>
                <a:path w="2502" h="2502" extrusionOk="0">
                  <a:moveTo>
                    <a:pt x="1239" y="287"/>
                  </a:moveTo>
                  <a:cubicBezTo>
                    <a:pt x="1763" y="287"/>
                    <a:pt x="2216" y="715"/>
                    <a:pt x="2216" y="1263"/>
                  </a:cubicBezTo>
                  <a:cubicBezTo>
                    <a:pt x="2216" y="1787"/>
                    <a:pt x="1787" y="2215"/>
                    <a:pt x="1239" y="2215"/>
                  </a:cubicBezTo>
                  <a:cubicBezTo>
                    <a:pt x="715" y="2215"/>
                    <a:pt x="287" y="1787"/>
                    <a:pt x="287" y="1263"/>
                  </a:cubicBezTo>
                  <a:cubicBezTo>
                    <a:pt x="287" y="715"/>
                    <a:pt x="715" y="287"/>
                    <a:pt x="1239" y="287"/>
                  </a:cubicBezTo>
                  <a:close/>
                  <a:moveTo>
                    <a:pt x="1239" y="1"/>
                  </a:moveTo>
                  <a:cubicBezTo>
                    <a:pt x="549" y="1"/>
                    <a:pt x="1" y="548"/>
                    <a:pt x="1" y="1239"/>
                  </a:cubicBezTo>
                  <a:cubicBezTo>
                    <a:pt x="1" y="1954"/>
                    <a:pt x="549" y="2501"/>
                    <a:pt x="1239" y="2501"/>
                  </a:cubicBezTo>
                  <a:cubicBezTo>
                    <a:pt x="1930" y="2501"/>
                    <a:pt x="2501" y="1954"/>
                    <a:pt x="2501" y="1239"/>
                  </a:cubicBezTo>
                  <a:cubicBezTo>
                    <a:pt x="2501" y="572"/>
                    <a:pt x="1930" y="1"/>
                    <a:pt x="1239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" name="Google Shape;2839;p94">
              <a:extLst>
                <a:ext uri="{FF2B5EF4-FFF2-40B4-BE49-F238E27FC236}">
                  <a16:creationId xmlns:a16="http://schemas.microsoft.com/office/drawing/2014/main" id="{18635451-A733-4CC9-B50F-300CE78CFF2E}"/>
                </a:ext>
              </a:extLst>
            </p:cNvPr>
            <p:cNvSpPr/>
            <p:nvPr/>
          </p:nvSpPr>
          <p:spPr>
            <a:xfrm>
              <a:off x="3610046" y="2358595"/>
              <a:ext cx="45717" cy="10698"/>
            </a:xfrm>
            <a:custGeom>
              <a:avLst/>
              <a:gdLst/>
              <a:ahLst/>
              <a:cxnLst/>
              <a:rect l="l" t="t" r="r" b="b"/>
              <a:pathLst>
                <a:path w="1359" h="311" extrusionOk="0">
                  <a:moveTo>
                    <a:pt x="144" y="0"/>
                  </a:moveTo>
                  <a:cubicBezTo>
                    <a:pt x="48" y="0"/>
                    <a:pt x="1" y="72"/>
                    <a:pt x="1" y="143"/>
                  </a:cubicBezTo>
                  <a:cubicBezTo>
                    <a:pt x="1" y="239"/>
                    <a:pt x="48" y="310"/>
                    <a:pt x="144" y="310"/>
                  </a:cubicBezTo>
                  <a:lnTo>
                    <a:pt x="1215" y="310"/>
                  </a:lnTo>
                  <a:cubicBezTo>
                    <a:pt x="1287" y="310"/>
                    <a:pt x="1358" y="239"/>
                    <a:pt x="1358" y="143"/>
                  </a:cubicBezTo>
                  <a:cubicBezTo>
                    <a:pt x="1358" y="72"/>
                    <a:pt x="1311" y="0"/>
                    <a:pt x="1215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" name="Google Shape;2840;p94">
              <a:extLst>
                <a:ext uri="{FF2B5EF4-FFF2-40B4-BE49-F238E27FC236}">
                  <a16:creationId xmlns:a16="http://schemas.microsoft.com/office/drawing/2014/main" id="{26780036-310A-4D31-A416-A5EB695F5FF5}"/>
                </a:ext>
              </a:extLst>
            </p:cNvPr>
            <p:cNvSpPr/>
            <p:nvPr/>
          </p:nvSpPr>
          <p:spPr>
            <a:xfrm>
              <a:off x="3671742" y="2379063"/>
              <a:ext cx="25667" cy="9873"/>
            </a:xfrm>
            <a:custGeom>
              <a:avLst/>
              <a:gdLst/>
              <a:ahLst/>
              <a:cxnLst/>
              <a:rect l="l" t="t" r="r" b="b"/>
              <a:pathLst>
                <a:path w="763" h="287" extrusionOk="0">
                  <a:moveTo>
                    <a:pt x="143" y="1"/>
                  </a:moveTo>
                  <a:cubicBezTo>
                    <a:pt x="48" y="1"/>
                    <a:pt x="1" y="48"/>
                    <a:pt x="1" y="144"/>
                  </a:cubicBezTo>
                  <a:cubicBezTo>
                    <a:pt x="1" y="215"/>
                    <a:pt x="48" y="287"/>
                    <a:pt x="143" y="287"/>
                  </a:cubicBezTo>
                  <a:lnTo>
                    <a:pt x="596" y="287"/>
                  </a:lnTo>
                  <a:cubicBezTo>
                    <a:pt x="691" y="287"/>
                    <a:pt x="763" y="215"/>
                    <a:pt x="763" y="144"/>
                  </a:cubicBezTo>
                  <a:cubicBezTo>
                    <a:pt x="763" y="72"/>
                    <a:pt x="691" y="1"/>
                    <a:pt x="596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" name="Google Shape;2841;p94">
              <a:extLst>
                <a:ext uri="{FF2B5EF4-FFF2-40B4-BE49-F238E27FC236}">
                  <a16:creationId xmlns:a16="http://schemas.microsoft.com/office/drawing/2014/main" id="{76A8C9FE-70F9-46C6-890D-45DD60BFE8B2}"/>
                </a:ext>
              </a:extLst>
            </p:cNvPr>
            <p:cNvSpPr/>
            <p:nvPr/>
          </p:nvSpPr>
          <p:spPr>
            <a:xfrm>
              <a:off x="3610046" y="2379063"/>
              <a:ext cx="28897" cy="9873"/>
            </a:xfrm>
            <a:custGeom>
              <a:avLst/>
              <a:gdLst/>
              <a:ahLst/>
              <a:cxnLst/>
              <a:rect l="l" t="t" r="r" b="b"/>
              <a:pathLst>
                <a:path w="859" h="287" extrusionOk="0">
                  <a:moveTo>
                    <a:pt x="144" y="1"/>
                  </a:moveTo>
                  <a:cubicBezTo>
                    <a:pt x="48" y="1"/>
                    <a:pt x="1" y="48"/>
                    <a:pt x="1" y="144"/>
                  </a:cubicBezTo>
                  <a:cubicBezTo>
                    <a:pt x="1" y="215"/>
                    <a:pt x="48" y="287"/>
                    <a:pt x="144" y="287"/>
                  </a:cubicBezTo>
                  <a:lnTo>
                    <a:pt x="715" y="287"/>
                  </a:lnTo>
                  <a:cubicBezTo>
                    <a:pt x="787" y="287"/>
                    <a:pt x="858" y="215"/>
                    <a:pt x="858" y="144"/>
                  </a:cubicBezTo>
                  <a:cubicBezTo>
                    <a:pt x="858" y="72"/>
                    <a:pt x="811" y="1"/>
                    <a:pt x="7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" name="Google Shape;2842;p94">
              <a:extLst>
                <a:ext uri="{FF2B5EF4-FFF2-40B4-BE49-F238E27FC236}">
                  <a16:creationId xmlns:a16="http://schemas.microsoft.com/office/drawing/2014/main" id="{97FED165-3DBA-426F-92BB-B0C3DB516285}"/>
                </a:ext>
              </a:extLst>
            </p:cNvPr>
            <p:cNvSpPr/>
            <p:nvPr/>
          </p:nvSpPr>
          <p:spPr>
            <a:xfrm>
              <a:off x="3646108" y="2379063"/>
              <a:ext cx="19276" cy="9873"/>
            </a:xfrm>
            <a:custGeom>
              <a:avLst/>
              <a:gdLst/>
              <a:ahLst/>
              <a:cxnLst/>
              <a:rect l="l" t="t" r="r" b="b"/>
              <a:pathLst>
                <a:path w="573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7"/>
                    <a:pt x="143" y="287"/>
                  </a:cubicBezTo>
                  <a:lnTo>
                    <a:pt x="429" y="287"/>
                  </a:lnTo>
                  <a:cubicBezTo>
                    <a:pt x="501" y="287"/>
                    <a:pt x="572" y="215"/>
                    <a:pt x="572" y="144"/>
                  </a:cubicBezTo>
                  <a:cubicBezTo>
                    <a:pt x="572" y="72"/>
                    <a:pt x="501" y="1"/>
                    <a:pt x="429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" name="Google Shape;2843;p94">
              <a:extLst>
                <a:ext uri="{FF2B5EF4-FFF2-40B4-BE49-F238E27FC236}">
                  <a16:creationId xmlns:a16="http://schemas.microsoft.com/office/drawing/2014/main" id="{386E4A42-856C-4795-ABCB-63A7928B33C3}"/>
                </a:ext>
              </a:extLst>
            </p:cNvPr>
            <p:cNvSpPr/>
            <p:nvPr/>
          </p:nvSpPr>
          <p:spPr>
            <a:xfrm>
              <a:off x="3610046" y="2398740"/>
              <a:ext cx="86556" cy="10664"/>
            </a:xfrm>
            <a:custGeom>
              <a:avLst/>
              <a:gdLst/>
              <a:ahLst/>
              <a:cxnLst/>
              <a:rect l="l" t="t" r="r" b="b"/>
              <a:pathLst>
                <a:path w="2573" h="310" extrusionOk="0">
                  <a:moveTo>
                    <a:pt x="144" y="0"/>
                  </a:moveTo>
                  <a:cubicBezTo>
                    <a:pt x="48" y="0"/>
                    <a:pt x="1" y="72"/>
                    <a:pt x="1" y="143"/>
                  </a:cubicBezTo>
                  <a:cubicBezTo>
                    <a:pt x="1" y="239"/>
                    <a:pt x="48" y="310"/>
                    <a:pt x="144" y="310"/>
                  </a:cubicBezTo>
                  <a:lnTo>
                    <a:pt x="2430" y="310"/>
                  </a:lnTo>
                  <a:cubicBezTo>
                    <a:pt x="2525" y="310"/>
                    <a:pt x="2573" y="239"/>
                    <a:pt x="2573" y="143"/>
                  </a:cubicBezTo>
                  <a:cubicBezTo>
                    <a:pt x="2573" y="72"/>
                    <a:pt x="2525" y="0"/>
                    <a:pt x="2430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80" name="Google Shape;2818;p94">
            <a:extLst>
              <a:ext uri="{FF2B5EF4-FFF2-40B4-BE49-F238E27FC236}">
                <a16:creationId xmlns:a16="http://schemas.microsoft.com/office/drawing/2014/main" id="{C0241749-B161-4D51-AE4A-9F151E800A9E}"/>
              </a:ext>
            </a:extLst>
          </p:cNvPr>
          <p:cNvGrpSpPr/>
          <p:nvPr/>
        </p:nvGrpSpPr>
        <p:grpSpPr>
          <a:xfrm>
            <a:off x="5710488" y="1722647"/>
            <a:ext cx="738531" cy="731528"/>
            <a:chOff x="4078718" y="2222819"/>
            <a:chExt cx="340504" cy="339803"/>
          </a:xfrm>
        </p:grpSpPr>
        <p:sp>
          <p:nvSpPr>
            <p:cNvPr id="84" name="Google Shape;2819;p94">
              <a:extLst>
                <a:ext uri="{FF2B5EF4-FFF2-40B4-BE49-F238E27FC236}">
                  <a16:creationId xmlns:a16="http://schemas.microsoft.com/office/drawing/2014/main" id="{148574C2-EBD4-4199-9829-8DFDEA9C78B4}"/>
                </a:ext>
              </a:extLst>
            </p:cNvPr>
            <p:cNvSpPr/>
            <p:nvPr/>
          </p:nvSpPr>
          <p:spPr>
            <a:xfrm>
              <a:off x="4267775" y="2311674"/>
              <a:ext cx="17661" cy="13382"/>
            </a:xfrm>
            <a:custGeom>
              <a:avLst/>
              <a:gdLst/>
              <a:ahLst/>
              <a:cxnLst/>
              <a:rect l="l" t="t" r="r" b="b"/>
              <a:pathLst>
                <a:path w="525" h="389" extrusionOk="0">
                  <a:moveTo>
                    <a:pt x="348" y="1"/>
                  </a:moveTo>
                  <a:cubicBezTo>
                    <a:pt x="335" y="1"/>
                    <a:pt x="323" y="3"/>
                    <a:pt x="310" y="7"/>
                  </a:cubicBezTo>
                  <a:lnTo>
                    <a:pt x="96" y="102"/>
                  </a:lnTo>
                  <a:cubicBezTo>
                    <a:pt x="24" y="126"/>
                    <a:pt x="1" y="221"/>
                    <a:pt x="24" y="293"/>
                  </a:cubicBezTo>
                  <a:cubicBezTo>
                    <a:pt x="48" y="340"/>
                    <a:pt x="96" y="388"/>
                    <a:pt x="143" y="388"/>
                  </a:cubicBezTo>
                  <a:cubicBezTo>
                    <a:pt x="167" y="388"/>
                    <a:pt x="191" y="388"/>
                    <a:pt x="215" y="364"/>
                  </a:cubicBezTo>
                  <a:lnTo>
                    <a:pt x="405" y="293"/>
                  </a:lnTo>
                  <a:cubicBezTo>
                    <a:pt x="477" y="269"/>
                    <a:pt x="524" y="174"/>
                    <a:pt x="501" y="102"/>
                  </a:cubicBezTo>
                  <a:cubicBezTo>
                    <a:pt x="461" y="44"/>
                    <a:pt x="406" y="1"/>
                    <a:pt x="34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" name="Google Shape;2820;p94">
              <a:extLst>
                <a:ext uri="{FF2B5EF4-FFF2-40B4-BE49-F238E27FC236}">
                  <a16:creationId xmlns:a16="http://schemas.microsoft.com/office/drawing/2014/main" id="{57E0AF51-B6FC-41BD-911C-FDDBED10DCD6}"/>
                </a:ext>
              </a:extLst>
            </p:cNvPr>
            <p:cNvSpPr/>
            <p:nvPr/>
          </p:nvSpPr>
          <p:spPr>
            <a:xfrm>
              <a:off x="4257347" y="2292719"/>
              <a:ext cx="16080" cy="15927"/>
            </a:xfrm>
            <a:custGeom>
              <a:avLst/>
              <a:gdLst/>
              <a:ahLst/>
              <a:cxnLst/>
              <a:rect l="l" t="t" r="r" b="b"/>
              <a:pathLst>
                <a:path w="478" h="463" extrusionOk="0">
                  <a:moveTo>
                    <a:pt x="298" y="1"/>
                  </a:moveTo>
                  <a:cubicBezTo>
                    <a:pt x="258" y="1"/>
                    <a:pt x="218" y="19"/>
                    <a:pt x="191" y="58"/>
                  </a:cubicBezTo>
                  <a:lnTo>
                    <a:pt x="49" y="225"/>
                  </a:lnTo>
                  <a:cubicBezTo>
                    <a:pt x="1" y="296"/>
                    <a:pt x="25" y="391"/>
                    <a:pt x="96" y="439"/>
                  </a:cubicBezTo>
                  <a:cubicBezTo>
                    <a:pt x="120" y="463"/>
                    <a:pt x="144" y="463"/>
                    <a:pt x="168" y="463"/>
                  </a:cubicBezTo>
                  <a:cubicBezTo>
                    <a:pt x="215" y="463"/>
                    <a:pt x="263" y="439"/>
                    <a:pt x="287" y="415"/>
                  </a:cubicBezTo>
                  <a:lnTo>
                    <a:pt x="430" y="225"/>
                  </a:lnTo>
                  <a:cubicBezTo>
                    <a:pt x="477" y="177"/>
                    <a:pt x="453" y="82"/>
                    <a:pt x="382" y="34"/>
                  </a:cubicBezTo>
                  <a:cubicBezTo>
                    <a:pt x="361" y="13"/>
                    <a:pt x="330" y="1"/>
                    <a:pt x="29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" name="Google Shape;2821;p94">
              <a:extLst>
                <a:ext uri="{FF2B5EF4-FFF2-40B4-BE49-F238E27FC236}">
                  <a16:creationId xmlns:a16="http://schemas.microsoft.com/office/drawing/2014/main" id="{57B8954A-C826-4A9B-B657-89922358B024}"/>
                </a:ext>
              </a:extLst>
            </p:cNvPr>
            <p:cNvSpPr/>
            <p:nvPr/>
          </p:nvSpPr>
          <p:spPr>
            <a:xfrm>
              <a:off x="4271778" y="2333208"/>
              <a:ext cx="17661" cy="11490"/>
            </a:xfrm>
            <a:custGeom>
              <a:avLst/>
              <a:gdLst/>
              <a:ahLst/>
              <a:cxnLst/>
              <a:rect l="l" t="t" r="r" b="b"/>
              <a:pathLst>
                <a:path w="525" h="334" extrusionOk="0">
                  <a:moveTo>
                    <a:pt x="191" y="0"/>
                  </a:moveTo>
                  <a:cubicBezTo>
                    <a:pt x="96" y="0"/>
                    <a:pt x="24" y="48"/>
                    <a:pt x="24" y="119"/>
                  </a:cubicBezTo>
                  <a:cubicBezTo>
                    <a:pt x="1" y="215"/>
                    <a:pt x="48" y="286"/>
                    <a:pt x="143" y="286"/>
                  </a:cubicBezTo>
                  <a:lnTo>
                    <a:pt x="358" y="334"/>
                  </a:lnTo>
                  <a:lnTo>
                    <a:pt x="382" y="334"/>
                  </a:lnTo>
                  <a:cubicBezTo>
                    <a:pt x="453" y="334"/>
                    <a:pt x="501" y="286"/>
                    <a:pt x="525" y="215"/>
                  </a:cubicBezTo>
                  <a:cubicBezTo>
                    <a:pt x="525" y="119"/>
                    <a:pt x="477" y="48"/>
                    <a:pt x="405" y="48"/>
                  </a:cubicBezTo>
                  <a:lnTo>
                    <a:pt x="191" y="0"/>
                  </a:ln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" name="Google Shape;2822;p94">
              <a:extLst>
                <a:ext uri="{FF2B5EF4-FFF2-40B4-BE49-F238E27FC236}">
                  <a16:creationId xmlns:a16="http://schemas.microsoft.com/office/drawing/2014/main" id="{0E034DD0-4B55-4B91-A037-3246A0A29407}"/>
                </a:ext>
              </a:extLst>
            </p:cNvPr>
            <p:cNvSpPr/>
            <p:nvPr/>
          </p:nvSpPr>
          <p:spPr>
            <a:xfrm>
              <a:off x="4078718" y="2222819"/>
              <a:ext cx="340504" cy="339803"/>
            </a:xfrm>
            <a:custGeom>
              <a:avLst/>
              <a:gdLst/>
              <a:ahLst/>
              <a:cxnLst/>
              <a:rect l="l" t="t" r="r" b="b"/>
              <a:pathLst>
                <a:path w="10122" h="9878" extrusionOk="0">
                  <a:moveTo>
                    <a:pt x="4787" y="423"/>
                  </a:moveTo>
                  <a:lnTo>
                    <a:pt x="6168" y="994"/>
                  </a:lnTo>
                  <a:lnTo>
                    <a:pt x="5240" y="1376"/>
                  </a:lnTo>
                  <a:cubicBezTo>
                    <a:pt x="5233" y="1382"/>
                    <a:pt x="5226" y="1385"/>
                    <a:pt x="5219" y="1385"/>
                  </a:cubicBezTo>
                  <a:cubicBezTo>
                    <a:pt x="5202" y="1385"/>
                    <a:pt x="5185" y="1369"/>
                    <a:pt x="5168" y="1352"/>
                  </a:cubicBezTo>
                  <a:lnTo>
                    <a:pt x="4787" y="423"/>
                  </a:lnTo>
                  <a:close/>
                  <a:moveTo>
                    <a:pt x="8216" y="2066"/>
                  </a:moveTo>
                  <a:cubicBezTo>
                    <a:pt x="8264" y="2066"/>
                    <a:pt x="8312" y="2090"/>
                    <a:pt x="8312" y="2138"/>
                  </a:cubicBezTo>
                  <a:lnTo>
                    <a:pt x="8312" y="2566"/>
                  </a:lnTo>
                  <a:cubicBezTo>
                    <a:pt x="8312" y="2614"/>
                    <a:pt x="8264" y="2661"/>
                    <a:pt x="8216" y="2661"/>
                  </a:cubicBezTo>
                  <a:lnTo>
                    <a:pt x="7407" y="2661"/>
                  </a:lnTo>
                  <a:lnTo>
                    <a:pt x="7168" y="2066"/>
                  </a:lnTo>
                  <a:close/>
                  <a:moveTo>
                    <a:pt x="8788" y="1280"/>
                  </a:moveTo>
                  <a:cubicBezTo>
                    <a:pt x="8931" y="1280"/>
                    <a:pt x="9050" y="1399"/>
                    <a:pt x="9050" y="1542"/>
                  </a:cubicBezTo>
                  <a:lnTo>
                    <a:pt x="9050" y="3924"/>
                  </a:lnTo>
                  <a:lnTo>
                    <a:pt x="7954" y="3924"/>
                  </a:lnTo>
                  <a:lnTo>
                    <a:pt x="7550" y="2947"/>
                  </a:lnTo>
                  <a:lnTo>
                    <a:pt x="8216" y="2947"/>
                  </a:lnTo>
                  <a:cubicBezTo>
                    <a:pt x="8431" y="2947"/>
                    <a:pt x="8597" y="2781"/>
                    <a:pt x="8597" y="2566"/>
                  </a:cubicBezTo>
                  <a:lnTo>
                    <a:pt x="8597" y="2138"/>
                  </a:lnTo>
                  <a:cubicBezTo>
                    <a:pt x="8597" y="1923"/>
                    <a:pt x="8431" y="1757"/>
                    <a:pt x="8216" y="1757"/>
                  </a:cubicBezTo>
                  <a:lnTo>
                    <a:pt x="7049" y="1757"/>
                  </a:lnTo>
                  <a:lnTo>
                    <a:pt x="6835" y="1280"/>
                  </a:lnTo>
                  <a:close/>
                  <a:moveTo>
                    <a:pt x="4430" y="352"/>
                  </a:moveTo>
                  <a:lnTo>
                    <a:pt x="4906" y="1471"/>
                  </a:lnTo>
                  <a:cubicBezTo>
                    <a:pt x="4954" y="1614"/>
                    <a:pt x="5073" y="1685"/>
                    <a:pt x="5216" y="1685"/>
                  </a:cubicBezTo>
                  <a:cubicBezTo>
                    <a:pt x="5263" y="1685"/>
                    <a:pt x="5311" y="1685"/>
                    <a:pt x="5359" y="1661"/>
                  </a:cubicBezTo>
                  <a:lnTo>
                    <a:pt x="6478" y="1185"/>
                  </a:lnTo>
                  <a:lnTo>
                    <a:pt x="7621" y="3947"/>
                  </a:lnTo>
                  <a:lnTo>
                    <a:pt x="6907" y="3947"/>
                  </a:lnTo>
                  <a:cubicBezTo>
                    <a:pt x="6835" y="3947"/>
                    <a:pt x="6764" y="3995"/>
                    <a:pt x="6764" y="4090"/>
                  </a:cubicBezTo>
                  <a:cubicBezTo>
                    <a:pt x="6764" y="4162"/>
                    <a:pt x="6835" y="4233"/>
                    <a:pt x="6907" y="4233"/>
                  </a:cubicBezTo>
                  <a:lnTo>
                    <a:pt x="9574" y="4233"/>
                  </a:lnTo>
                  <a:cubicBezTo>
                    <a:pt x="9717" y="4233"/>
                    <a:pt x="9812" y="4352"/>
                    <a:pt x="9812" y="4471"/>
                  </a:cubicBezTo>
                  <a:lnTo>
                    <a:pt x="9812" y="8972"/>
                  </a:lnTo>
                  <a:cubicBezTo>
                    <a:pt x="9812" y="9330"/>
                    <a:pt x="9550" y="9591"/>
                    <a:pt x="9193" y="9591"/>
                  </a:cubicBezTo>
                  <a:lnTo>
                    <a:pt x="1596" y="9591"/>
                  </a:lnTo>
                  <a:cubicBezTo>
                    <a:pt x="1739" y="9425"/>
                    <a:pt x="1834" y="9210"/>
                    <a:pt x="1834" y="8972"/>
                  </a:cubicBezTo>
                  <a:lnTo>
                    <a:pt x="1834" y="7353"/>
                  </a:lnTo>
                  <a:cubicBezTo>
                    <a:pt x="1834" y="7281"/>
                    <a:pt x="1763" y="7210"/>
                    <a:pt x="1667" y="7210"/>
                  </a:cubicBezTo>
                  <a:cubicBezTo>
                    <a:pt x="1596" y="7210"/>
                    <a:pt x="1524" y="7281"/>
                    <a:pt x="1524" y="7353"/>
                  </a:cubicBezTo>
                  <a:lnTo>
                    <a:pt x="1524" y="8972"/>
                  </a:lnTo>
                  <a:cubicBezTo>
                    <a:pt x="1524" y="9330"/>
                    <a:pt x="1262" y="9591"/>
                    <a:pt x="905" y="9591"/>
                  </a:cubicBezTo>
                  <a:cubicBezTo>
                    <a:pt x="572" y="9591"/>
                    <a:pt x="286" y="9330"/>
                    <a:pt x="286" y="8972"/>
                  </a:cubicBezTo>
                  <a:lnTo>
                    <a:pt x="286" y="2590"/>
                  </a:lnTo>
                  <a:cubicBezTo>
                    <a:pt x="286" y="2447"/>
                    <a:pt x="405" y="2328"/>
                    <a:pt x="548" y="2328"/>
                  </a:cubicBezTo>
                  <a:lnTo>
                    <a:pt x="834" y="2328"/>
                  </a:lnTo>
                  <a:lnTo>
                    <a:pt x="1120" y="3066"/>
                  </a:lnTo>
                  <a:cubicBezTo>
                    <a:pt x="1155" y="3120"/>
                    <a:pt x="1204" y="3147"/>
                    <a:pt x="1257" y="3147"/>
                  </a:cubicBezTo>
                  <a:cubicBezTo>
                    <a:pt x="1274" y="3147"/>
                    <a:pt x="1292" y="3144"/>
                    <a:pt x="1310" y="3138"/>
                  </a:cubicBezTo>
                  <a:cubicBezTo>
                    <a:pt x="1382" y="3114"/>
                    <a:pt x="1429" y="3019"/>
                    <a:pt x="1405" y="2947"/>
                  </a:cubicBezTo>
                  <a:lnTo>
                    <a:pt x="953" y="1876"/>
                  </a:lnTo>
                  <a:cubicBezTo>
                    <a:pt x="929" y="1852"/>
                    <a:pt x="953" y="1804"/>
                    <a:pt x="977" y="1804"/>
                  </a:cubicBezTo>
                  <a:lnTo>
                    <a:pt x="4430" y="352"/>
                  </a:lnTo>
                  <a:close/>
                  <a:moveTo>
                    <a:pt x="4513" y="0"/>
                  </a:moveTo>
                  <a:cubicBezTo>
                    <a:pt x="4495" y="0"/>
                    <a:pt x="4477" y="6"/>
                    <a:pt x="4454" y="18"/>
                  </a:cubicBezTo>
                  <a:lnTo>
                    <a:pt x="858" y="1518"/>
                  </a:lnTo>
                  <a:cubicBezTo>
                    <a:pt x="691" y="1590"/>
                    <a:pt x="596" y="1804"/>
                    <a:pt x="667" y="1971"/>
                  </a:cubicBezTo>
                  <a:lnTo>
                    <a:pt x="691" y="2042"/>
                  </a:lnTo>
                  <a:lnTo>
                    <a:pt x="548" y="2042"/>
                  </a:lnTo>
                  <a:cubicBezTo>
                    <a:pt x="238" y="2042"/>
                    <a:pt x="0" y="2280"/>
                    <a:pt x="0" y="2590"/>
                  </a:cubicBezTo>
                  <a:lnTo>
                    <a:pt x="0" y="8972"/>
                  </a:lnTo>
                  <a:cubicBezTo>
                    <a:pt x="0" y="9472"/>
                    <a:pt x="405" y="9877"/>
                    <a:pt x="905" y="9877"/>
                  </a:cubicBezTo>
                  <a:lnTo>
                    <a:pt x="9193" y="9877"/>
                  </a:lnTo>
                  <a:cubicBezTo>
                    <a:pt x="9717" y="9877"/>
                    <a:pt x="10121" y="9472"/>
                    <a:pt x="10121" y="8972"/>
                  </a:cubicBezTo>
                  <a:lnTo>
                    <a:pt x="10121" y="4471"/>
                  </a:lnTo>
                  <a:cubicBezTo>
                    <a:pt x="10121" y="4162"/>
                    <a:pt x="9860" y="3924"/>
                    <a:pt x="9574" y="3924"/>
                  </a:cubicBezTo>
                  <a:lnTo>
                    <a:pt x="9336" y="3924"/>
                  </a:lnTo>
                  <a:lnTo>
                    <a:pt x="9336" y="1542"/>
                  </a:lnTo>
                  <a:cubicBezTo>
                    <a:pt x="9336" y="1233"/>
                    <a:pt x="9097" y="994"/>
                    <a:pt x="8788" y="994"/>
                  </a:cubicBezTo>
                  <a:lnTo>
                    <a:pt x="6716" y="994"/>
                  </a:lnTo>
                  <a:lnTo>
                    <a:pt x="6692" y="923"/>
                  </a:lnTo>
                  <a:cubicBezTo>
                    <a:pt x="6668" y="899"/>
                    <a:pt x="6645" y="852"/>
                    <a:pt x="6621" y="852"/>
                  </a:cubicBezTo>
                  <a:lnTo>
                    <a:pt x="4573" y="18"/>
                  </a:lnTo>
                  <a:cubicBezTo>
                    <a:pt x="4549" y="6"/>
                    <a:pt x="4531" y="0"/>
                    <a:pt x="45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8" name="Google Shape;2823;p94">
              <a:extLst>
                <a:ext uri="{FF2B5EF4-FFF2-40B4-BE49-F238E27FC236}">
                  <a16:creationId xmlns:a16="http://schemas.microsoft.com/office/drawing/2014/main" id="{06B94662-6FE6-4CF5-B934-EE5CBA83D325}"/>
                </a:ext>
              </a:extLst>
            </p:cNvPr>
            <p:cNvSpPr/>
            <p:nvPr/>
          </p:nvSpPr>
          <p:spPr>
            <a:xfrm>
              <a:off x="4123561" y="2296744"/>
              <a:ext cx="170689" cy="161818"/>
            </a:xfrm>
            <a:custGeom>
              <a:avLst/>
              <a:gdLst/>
              <a:ahLst/>
              <a:cxnLst/>
              <a:rect l="l" t="t" r="r" b="b"/>
              <a:pathLst>
                <a:path w="5074" h="4704" extrusionOk="0">
                  <a:moveTo>
                    <a:pt x="2760" y="301"/>
                  </a:moveTo>
                  <a:cubicBezTo>
                    <a:pt x="2892" y="301"/>
                    <a:pt x="3021" y="325"/>
                    <a:pt x="3144" y="370"/>
                  </a:cubicBezTo>
                  <a:cubicBezTo>
                    <a:pt x="3430" y="489"/>
                    <a:pt x="3645" y="703"/>
                    <a:pt x="3740" y="965"/>
                  </a:cubicBezTo>
                  <a:cubicBezTo>
                    <a:pt x="3859" y="1227"/>
                    <a:pt x="3859" y="1513"/>
                    <a:pt x="3764" y="1775"/>
                  </a:cubicBezTo>
                  <a:lnTo>
                    <a:pt x="3287" y="1775"/>
                  </a:lnTo>
                  <a:cubicBezTo>
                    <a:pt x="3335" y="1679"/>
                    <a:pt x="3359" y="1560"/>
                    <a:pt x="3311" y="1441"/>
                  </a:cubicBezTo>
                  <a:cubicBezTo>
                    <a:pt x="3264" y="1346"/>
                    <a:pt x="3168" y="1275"/>
                    <a:pt x="3073" y="1227"/>
                  </a:cubicBezTo>
                  <a:cubicBezTo>
                    <a:pt x="3025" y="1203"/>
                    <a:pt x="2972" y="1191"/>
                    <a:pt x="2918" y="1191"/>
                  </a:cubicBezTo>
                  <a:cubicBezTo>
                    <a:pt x="2865" y="1191"/>
                    <a:pt x="2811" y="1203"/>
                    <a:pt x="2763" y="1227"/>
                  </a:cubicBezTo>
                  <a:lnTo>
                    <a:pt x="2621" y="1298"/>
                  </a:lnTo>
                  <a:cubicBezTo>
                    <a:pt x="2607" y="1303"/>
                    <a:pt x="2594" y="1305"/>
                    <a:pt x="2581" y="1305"/>
                  </a:cubicBezTo>
                  <a:cubicBezTo>
                    <a:pt x="2524" y="1305"/>
                    <a:pt x="2473" y="1266"/>
                    <a:pt x="2454" y="1227"/>
                  </a:cubicBezTo>
                  <a:cubicBezTo>
                    <a:pt x="2430" y="1155"/>
                    <a:pt x="2478" y="1108"/>
                    <a:pt x="2525" y="1084"/>
                  </a:cubicBezTo>
                  <a:lnTo>
                    <a:pt x="2668" y="1013"/>
                  </a:lnTo>
                  <a:cubicBezTo>
                    <a:pt x="2692" y="1001"/>
                    <a:pt x="2710" y="995"/>
                    <a:pt x="2728" y="995"/>
                  </a:cubicBezTo>
                  <a:cubicBezTo>
                    <a:pt x="2746" y="995"/>
                    <a:pt x="2763" y="1001"/>
                    <a:pt x="2787" y="1013"/>
                  </a:cubicBezTo>
                  <a:cubicBezTo>
                    <a:pt x="2815" y="1031"/>
                    <a:pt x="2842" y="1039"/>
                    <a:pt x="2868" y="1039"/>
                  </a:cubicBezTo>
                  <a:cubicBezTo>
                    <a:pt x="2910" y="1039"/>
                    <a:pt x="2948" y="1018"/>
                    <a:pt x="2978" y="989"/>
                  </a:cubicBezTo>
                  <a:cubicBezTo>
                    <a:pt x="3025" y="917"/>
                    <a:pt x="3002" y="822"/>
                    <a:pt x="2954" y="774"/>
                  </a:cubicBezTo>
                  <a:cubicBezTo>
                    <a:pt x="2892" y="728"/>
                    <a:pt x="2821" y="702"/>
                    <a:pt x="2746" y="702"/>
                  </a:cubicBezTo>
                  <a:cubicBezTo>
                    <a:pt x="2705" y="702"/>
                    <a:pt x="2663" y="710"/>
                    <a:pt x="2621" y="727"/>
                  </a:cubicBezTo>
                  <a:lnTo>
                    <a:pt x="2597" y="679"/>
                  </a:lnTo>
                  <a:cubicBezTo>
                    <a:pt x="2577" y="620"/>
                    <a:pt x="2509" y="578"/>
                    <a:pt x="2446" y="578"/>
                  </a:cubicBezTo>
                  <a:cubicBezTo>
                    <a:pt x="2432" y="578"/>
                    <a:pt x="2419" y="580"/>
                    <a:pt x="2406" y="584"/>
                  </a:cubicBezTo>
                  <a:cubicBezTo>
                    <a:pt x="2335" y="632"/>
                    <a:pt x="2311" y="703"/>
                    <a:pt x="2335" y="774"/>
                  </a:cubicBezTo>
                  <a:lnTo>
                    <a:pt x="2359" y="822"/>
                  </a:lnTo>
                  <a:cubicBezTo>
                    <a:pt x="2192" y="941"/>
                    <a:pt x="2120" y="1155"/>
                    <a:pt x="2192" y="1346"/>
                  </a:cubicBezTo>
                  <a:cubicBezTo>
                    <a:pt x="2264" y="1490"/>
                    <a:pt x="2418" y="1594"/>
                    <a:pt x="2582" y="1594"/>
                  </a:cubicBezTo>
                  <a:cubicBezTo>
                    <a:pt x="2635" y="1594"/>
                    <a:pt x="2688" y="1583"/>
                    <a:pt x="2740" y="1560"/>
                  </a:cubicBezTo>
                  <a:lnTo>
                    <a:pt x="2882" y="1489"/>
                  </a:lnTo>
                  <a:lnTo>
                    <a:pt x="2978" y="1489"/>
                  </a:lnTo>
                  <a:cubicBezTo>
                    <a:pt x="3002" y="1513"/>
                    <a:pt x="3025" y="1537"/>
                    <a:pt x="3025" y="1560"/>
                  </a:cubicBezTo>
                  <a:cubicBezTo>
                    <a:pt x="3049" y="1608"/>
                    <a:pt x="3025" y="1679"/>
                    <a:pt x="2978" y="1703"/>
                  </a:cubicBezTo>
                  <a:lnTo>
                    <a:pt x="2811" y="1775"/>
                  </a:lnTo>
                  <a:lnTo>
                    <a:pt x="2763" y="1775"/>
                  </a:lnTo>
                  <a:cubicBezTo>
                    <a:pt x="2740" y="1775"/>
                    <a:pt x="2716" y="1775"/>
                    <a:pt x="2692" y="1751"/>
                  </a:cubicBezTo>
                  <a:cubicBezTo>
                    <a:pt x="2668" y="1715"/>
                    <a:pt x="2632" y="1697"/>
                    <a:pt x="2594" y="1697"/>
                  </a:cubicBezTo>
                  <a:cubicBezTo>
                    <a:pt x="2555" y="1697"/>
                    <a:pt x="2513" y="1715"/>
                    <a:pt x="2478" y="1751"/>
                  </a:cubicBezTo>
                  <a:cubicBezTo>
                    <a:pt x="2478" y="1751"/>
                    <a:pt x="2478" y="1775"/>
                    <a:pt x="2454" y="1775"/>
                  </a:cubicBezTo>
                  <a:lnTo>
                    <a:pt x="1739" y="1775"/>
                  </a:lnTo>
                  <a:cubicBezTo>
                    <a:pt x="1620" y="1513"/>
                    <a:pt x="1620" y="1227"/>
                    <a:pt x="1739" y="965"/>
                  </a:cubicBezTo>
                  <a:cubicBezTo>
                    <a:pt x="1835" y="703"/>
                    <a:pt x="2049" y="489"/>
                    <a:pt x="2311" y="393"/>
                  </a:cubicBezTo>
                  <a:cubicBezTo>
                    <a:pt x="2462" y="331"/>
                    <a:pt x="2613" y="301"/>
                    <a:pt x="2760" y="301"/>
                  </a:cubicBezTo>
                  <a:close/>
                  <a:moveTo>
                    <a:pt x="2740" y="0"/>
                  </a:moveTo>
                  <a:cubicBezTo>
                    <a:pt x="2561" y="0"/>
                    <a:pt x="2382" y="36"/>
                    <a:pt x="2216" y="108"/>
                  </a:cubicBezTo>
                  <a:cubicBezTo>
                    <a:pt x="1858" y="251"/>
                    <a:pt x="1596" y="512"/>
                    <a:pt x="1454" y="846"/>
                  </a:cubicBezTo>
                  <a:cubicBezTo>
                    <a:pt x="1335" y="1155"/>
                    <a:pt x="1311" y="1489"/>
                    <a:pt x="1406" y="1775"/>
                  </a:cubicBezTo>
                  <a:lnTo>
                    <a:pt x="739" y="1775"/>
                  </a:lnTo>
                  <a:cubicBezTo>
                    <a:pt x="644" y="1775"/>
                    <a:pt x="572" y="1798"/>
                    <a:pt x="501" y="1822"/>
                  </a:cubicBezTo>
                  <a:lnTo>
                    <a:pt x="311" y="1394"/>
                  </a:lnTo>
                  <a:cubicBezTo>
                    <a:pt x="293" y="1342"/>
                    <a:pt x="239" y="1303"/>
                    <a:pt x="183" y="1303"/>
                  </a:cubicBezTo>
                  <a:cubicBezTo>
                    <a:pt x="162" y="1303"/>
                    <a:pt x="140" y="1309"/>
                    <a:pt x="120" y="1322"/>
                  </a:cubicBezTo>
                  <a:cubicBezTo>
                    <a:pt x="49" y="1346"/>
                    <a:pt x="1" y="1441"/>
                    <a:pt x="49" y="1513"/>
                  </a:cubicBezTo>
                  <a:lnTo>
                    <a:pt x="263" y="2037"/>
                  </a:lnTo>
                  <a:cubicBezTo>
                    <a:pt x="215" y="2132"/>
                    <a:pt x="191" y="2227"/>
                    <a:pt x="191" y="2322"/>
                  </a:cubicBezTo>
                  <a:lnTo>
                    <a:pt x="191" y="4537"/>
                  </a:lnTo>
                  <a:cubicBezTo>
                    <a:pt x="191" y="4632"/>
                    <a:pt x="263" y="4704"/>
                    <a:pt x="334" y="4704"/>
                  </a:cubicBezTo>
                  <a:cubicBezTo>
                    <a:pt x="430" y="4704"/>
                    <a:pt x="501" y="4632"/>
                    <a:pt x="501" y="4537"/>
                  </a:cubicBezTo>
                  <a:lnTo>
                    <a:pt x="501" y="2322"/>
                  </a:lnTo>
                  <a:cubicBezTo>
                    <a:pt x="501" y="2179"/>
                    <a:pt x="596" y="2084"/>
                    <a:pt x="739" y="2084"/>
                  </a:cubicBezTo>
                  <a:lnTo>
                    <a:pt x="4907" y="2084"/>
                  </a:lnTo>
                  <a:cubicBezTo>
                    <a:pt x="5002" y="2084"/>
                    <a:pt x="5073" y="2013"/>
                    <a:pt x="5073" y="1918"/>
                  </a:cubicBezTo>
                  <a:cubicBezTo>
                    <a:pt x="5073" y="1846"/>
                    <a:pt x="5002" y="1775"/>
                    <a:pt x="4907" y="1775"/>
                  </a:cubicBezTo>
                  <a:lnTo>
                    <a:pt x="4073" y="1775"/>
                  </a:lnTo>
                  <a:cubicBezTo>
                    <a:pt x="4168" y="1465"/>
                    <a:pt x="4145" y="1155"/>
                    <a:pt x="4026" y="846"/>
                  </a:cubicBezTo>
                  <a:cubicBezTo>
                    <a:pt x="3883" y="512"/>
                    <a:pt x="3597" y="251"/>
                    <a:pt x="3264" y="108"/>
                  </a:cubicBezTo>
                  <a:cubicBezTo>
                    <a:pt x="3097" y="36"/>
                    <a:pt x="2918" y="0"/>
                    <a:pt x="2740" y="0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9" name="Google Shape;2824;p94">
              <a:extLst>
                <a:ext uri="{FF2B5EF4-FFF2-40B4-BE49-F238E27FC236}">
                  <a16:creationId xmlns:a16="http://schemas.microsoft.com/office/drawing/2014/main" id="{02B037F2-DC45-4341-8A79-CB3209AED39D}"/>
                </a:ext>
              </a:extLst>
            </p:cNvPr>
            <p:cNvSpPr/>
            <p:nvPr/>
          </p:nvSpPr>
          <p:spPr>
            <a:xfrm>
              <a:off x="4130793" y="2276448"/>
              <a:ext cx="47298" cy="25662"/>
            </a:xfrm>
            <a:custGeom>
              <a:avLst/>
              <a:gdLst/>
              <a:ahLst/>
              <a:cxnLst/>
              <a:rect l="l" t="t" r="r" b="b"/>
              <a:pathLst>
                <a:path w="1406" h="746" extrusionOk="0">
                  <a:moveTo>
                    <a:pt x="1207" y="1"/>
                  </a:moveTo>
                  <a:cubicBezTo>
                    <a:pt x="1193" y="1"/>
                    <a:pt x="1180" y="3"/>
                    <a:pt x="1167" y="7"/>
                  </a:cubicBezTo>
                  <a:lnTo>
                    <a:pt x="119" y="460"/>
                  </a:lnTo>
                  <a:cubicBezTo>
                    <a:pt x="48" y="483"/>
                    <a:pt x="0" y="579"/>
                    <a:pt x="24" y="650"/>
                  </a:cubicBezTo>
                  <a:cubicBezTo>
                    <a:pt x="48" y="721"/>
                    <a:pt x="119" y="745"/>
                    <a:pt x="167" y="745"/>
                  </a:cubicBezTo>
                  <a:lnTo>
                    <a:pt x="215" y="745"/>
                  </a:lnTo>
                  <a:lnTo>
                    <a:pt x="1286" y="293"/>
                  </a:lnTo>
                  <a:cubicBezTo>
                    <a:pt x="1358" y="269"/>
                    <a:pt x="1405" y="174"/>
                    <a:pt x="1358" y="102"/>
                  </a:cubicBezTo>
                  <a:cubicBezTo>
                    <a:pt x="1338" y="44"/>
                    <a:pt x="1270" y="1"/>
                    <a:pt x="120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" name="Google Shape;2825;p94">
              <a:extLst>
                <a:ext uri="{FF2B5EF4-FFF2-40B4-BE49-F238E27FC236}">
                  <a16:creationId xmlns:a16="http://schemas.microsoft.com/office/drawing/2014/main" id="{C50B4741-907E-42DE-BA0B-3176B42ED322}"/>
                </a:ext>
              </a:extLst>
            </p:cNvPr>
            <p:cNvSpPr/>
            <p:nvPr/>
          </p:nvSpPr>
          <p:spPr>
            <a:xfrm>
              <a:off x="4137992" y="2301423"/>
              <a:ext cx="25667" cy="16237"/>
            </a:xfrm>
            <a:custGeom>
              <a:avLst/>
              <a:gdLst/>
              <a:ahLst/>
              <a:cxnLst/>
              <a:rect l="l" t="t" r="r" b="b"/>
              <a:pathLst>
                <a:path w="763" h="472" extrusionOk="0">
                  <a:moveTo>
                    <a:pt x="599" y="0"/>
                  </a:moveTo>
                  <a:cubicBezTo>
                    <a:pt x="576" y="0"/>
                    <a:pt x="551" y="6"/>
                    <a:pt x="525" y="19"/>
                  </a:cubicBezTo>
                  <a:lnTo>
                    <a:pt x="96" y="186"/>
                  </a:lnTo>
                  <a:cubicBezTo>
                    <a:pt x="24" y="234"/>
                    <a:pt x="1" y="305"/>
                    <a:pt x="24" y="376"/>
                  </a:cubicBezTo>
                  <a:cubicBezTo>
                    <a:pt x="48" y="448"/>
                    <a:pt x="96" y="472"/>
                    <a:pt x="167" y="472"/>
                  </a:cubicBezTo>
                  <a:lnTo>
                    <a:pt x="215" y="472"/>
                  </a:lnTo>
                  <a:lnTo>
                    <a:pt x="644" y="281"/>
                  </a:lnTo>
                  <a:cubicBezTo>
                    <a:pt x="715" y="257"/>
                    <a:pt x="763" y="162"/>
                    <a:pt x="739" y="91"/>
                  </a:cubicBezTo>
                  <a:cubicBezTo>
                    <a:pt x="705" y="39"/>
                    <a:pt x="658" y="0"/>
                    <a:pt x="599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1" name="Google Shape;2826;p94">
              <a:extLst>
                <a:ext uri="{FF2B5EF4-FFF2-40B4-BE49-F238E27FC236}">
                  <a16:creationId xmlns:a16="http://schemas.microsoft.com/office/drawing/2014/main" id="{36AB534A-DCD7-4445-B575-A5862273CEB8}"/>
                </a:ext>
              </a:extLst>
            </p:cNvPr>
            <p:cNvSpPr/>
            <p:nvPr/>
          </p:nvSpPr>
          <p:spPr>
            <a:xfrm>
              <a:off x="4161237" y="2507685"/>
              <a:ext cx="35288" cy="9873"/>
            </a:xfrm>
            <a:custGeom>
              <a:avLst/>
              <a:gdLst/>
              <a:ahLst/>
              <a:cxnLst/>
              <a:rect l="l" t="t" r="r" b="b"/>
              <a:pathLst>
                <a:path w="1049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6"/>
                    <a:pt x="143" y="286"/>
                  </a:cubicBezTo>
                  <a:lnTo>
                    <a:pt x="905" y="286"/>
                  </a:lnTo>
                  <a:cubicBezTo>
                    <a:pt x="977" y="286"/>
                    <a:pt x="1048" y="215"/>
                    <a:pt x="1048" y="144"/>
                  </a:cubicBezTo>
                  <a:cubicBezTo>
                    <a:pt x="1048" y="48"/>
                    <a:pt x="977" y="1"/>
                    <a:pt x="90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2" name="Google Shape;2827;p94">
              <a:extLst>
                <a:ext uri="{FF2B5EF4-FFF2-40B4-BE49-F238E27FC236}">
                  <a16:creationId xmlns:a16="http://schemas.microsoft.com/office/drawing/2014/main" id="{B5DD2815-B50D-4491-A04C-6F99AB0237E5}"/>
                </a:ext>
              </a:extLst>
            </p:cNvPr>
            <p:cNvSpPr/>
            <p:nvPr/>
          </p:nvSpPr>
          <p:spPr>
            <a:xfrm>
              <a:off x="4161237" y="2525711"/>
              <a:ext cx="81745" cy="10698"/>
            </a:xfrm>
            <a:custGeom>
              <a:avLst/>
              <a:gdLst/>
              <a:ahLst/>
              <a:cxnLst/>
              <a:rect l="l" t="t" r="r" b="b"/>
              <a:pathLst>
                <a:path w="2430" h="311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39"/>
                    <a:pt x="72" y="310"/>
                    <a:pt x="143" y="310"/>
                  </a:cubicBezTo>
                  <a:lnTo>
                    <a:pt x="2286" y="310"/>
                  </a:lnTo>
                  <a:cubicBezTo>
                    <a:pt x="2358" y="310"/>
                    <a:pt x="2429" y="239"/>
                    <a:pt x="2429" y="143"/>
                  </a:cubicBezTo>
                  <a:cubicBezTo>
                    <a:pt x="2429" y="72"/>
                    <a:pt x="2358" y="1"/>
                    <a:pt x="2286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94" name="Google Shape;2805;p94">
            <a:extLst>
              <a:ext uri="{FF2B5EF4-FFF2-40B4-BE49-F238E27FC236}">
                <a16:creationId xmlns:a16="http://schemas.microsoft.com/office/drawing/2014/main" id="{5E434E9D-30AC-45F0-A79E-53D93704F0BF}"/>
              </a:ext>
            </a:extLst>
          </p:cNvPr>
          <p:cNvGrpSpPr/>
          <p:nvPr/>
        </p:nvGrpSpPr>
        <p:grpSpPr>
          <a:xfrm>
            <a:off x="9757324" y="1749715"/>
            <a:ext cx="738604" cy="694944"/>
            <a:chOff x="4754041" y="2231625"/>
            <a:chExt cx="340538" cy="322810"/>
          </a:xfrm>
        </p:grpSpPr>
        <p:sp>
          <p:nvSpPr>
            <p:cNvPr id="98" name="Google Shape;2806;p94">
              <a:extLst>
                <a:ext uri="{FF2B5EF4-FFF2-40B4-BE49-F238E27FC236}">
                  <a16:creationId xmlns:a16="http://schemas.microsoft.com/office/drawing/2014/main" id="{DF5EB72A-9714-47B1-AA38-FD4B1CF31477}"/>
                </a:ext>
              </a:extLst>
            </p:cNvPr>
            <p:cNvSpPr/>
            <p:nvPr/>
          </p:nvSpPr>
          <p:spPr>
            <a:xfrm>
              <a:off x="4754041" y="2231625"/>
              <a:ext cx="340538" cy="322810"/>
            </a:xfrm>
            <a:custGeom>
              <a:avLst/>
              <a:gdLst/>
              <a:ahLst/>
              <a:cxnLst/>
              <a:rect l="l" t="t" r="r" b="b"/>
              <a:pathLst>
                <a:path w="10123" h="9384" extrusionOk="0">
                  <a:moveTo>
                    <a:pt x="5073" y="8550"/>
                  </a:moveTo>
                  <a:cubicBezTo>
                    <a:pt x="5216" y="8550"/>
                    <a:pt x="5335" y="8669"/>
                    <a:pt x="5335" y="8812"/>
                  </a:cubicBezTo>
                  <a:cubicBezTo>
                    <a:pt x="5335" y="8954"/>
                    <a:pt x="5216" y="9097"/>
                    <a:pt x="5073" y="9097"/>
                  </a:cubicBezTo>
                  <a:cubicBezTo>
                    <a:pt x="4907" y="9097"/>
                    <a:pt x="4788" y="8954"/>
                    <a:pt x="4788" y="8812"/>
                  </a:cubicBezTo>
                  <a:cubicBezTo>
                    <a:pt x="4788" y="8669"/>
                    <a:pt x="4907" y="8550"/>
                    <a:pt x="5073" y="8550"/>
                  </a:cubicBezTo>
                  <a:close/>
                  <a:moveTo>
                    <a:pt x="358" y="0"/>
                  </a:moveTo>
                  <a:cubicBezTo>
                    <a:pt x="168" y="0"/>
                    <a:pt x="1" y="167"/>
                    <a:pt x="1" y="357"/>
                  </a:cubicBezTo>
                  <a:lnTo>
                    <a:pt x="1" y="953"/>
                  </a:lnTo>
                  <a:cubicBezTo>
                    <a:pt x="1" y="1143"/>
                    <a:pt x="144" y="1286"/>
                    <a:pt x="334" y="1286"/>
                  </a:cubicBezTo>
                  <a:lnTo>
                    <a:pt x="334" y="5168"/>
                  </a:lnTo>
                  <a:cubicBezTo>
                    <a:pt x="334" y="5239"/>
                    <a:pt x="406" y="5311"/>
                    <a:pt x="477" y="5311"/>
                  </a:cubicBezTo>
                  <a:cubicBezTo>
                    <a:pt x="572" y="5311"/>
                    <a:pt x="644" y="5263"/>
                    <a:pt x="644" y="5168"/>
                  </a:cubicBezTo>
                  <a:lnTo>
                    <a:pt x="644" y="1286"/>
                  </a:lnTo>
                  <a:lnTo>
                    <a:pt x="7741" y="1286"/>
                  </a:lnTo>
                  <a:cubicBezTo>
                    <a:pt x="7812" y="1286"/>
                    <a:pt x="7884" y="1239"/>
                    <a:pt x="7884" y="1143"/>
                  </a:cubicBezTo>
                  <a:cubicBezTo>
                    <a:pt x="7884" y="1072"/>
                    <a:pt x="7812" y="1000"/>
                    <a:pt x="7741" y="1000"/>
                  </a:cubicBezTo>
                  <a:lnTo>
                    <a:pt x="358" y="1000"/>
                  </a:lnTo>
                  <a:cubicBezTo>
                    <a:pt x="334" y="1000"/>
                    <a:pt x="311" y="977"/>
                    <a:pt x="311" y="953"/>
                  </a:cubicBezTo>
                  <a:lnTo>
                    <a:pt x="311" y="357"/>
                  </a:lnTo>
                  <a:cubicBezTo>
                    <a:pt x="311" y="310"/>
                    <a:pt x="334" y="286"/>
                    <a:pt x="358" y="286"/>
                  </a:cubicBezTo>
                  <a:lnTo>
                    <a:pt x="9789" y="286"/>
                  </a:lnTo>
                  <a:cubicBezTo>
                    <a:pt x="9812" y="286"/>
                    <a:pt x="9836" y="334"/>
                    <a:pt x="9836" y="357"/>
                  </a:cubicBezTo>
                  <a:lnTo>
                    <a:pt x="9836" y="953"/>
                  </a:lnTo>
                  <a:cubicBezTo>
                    <a:pt x="9836" y="977"/>
                    <a:pt x="9812" y="1000"/>
                    <a:pt x="9789" y="1000"/>
                  </a:cubicBezTo>
                  <a:lnTo>
                    <a:pt x="8407" y="1000"/>
                  </a:lnTo>
                  <a:cubicBezTo>
                    <a:pt x="8312" y="1000"/>
                    <a:pt x="8241" y="1072"/>
                    <a:pt x="8241" y="1143"/>
                  </a:cubicBezTo>
                  <a:cubicBezTo>
                    <a:pt x="8241" y="1239"/>
                    <a:pt x="8312" y="1286"/>
                    <a:pt x="8407" y="1286"/>
                  </a:cubicBezTo>
                  <a:lnTo>
                    <a:pt x="9503" y="1286"/>
                  </a:lnTo>
                  <a:lnTo>
                    <a:pt x="9503" y="7335"/>
                  </a:lnTo>
                  <a:cubicBezTo>
                    <a:pt x="9503" y="7359"/>
                    <a:pt x="9479" y="7383"/>
                    <a:pt x="9455" y="7383"/>
                  </a:cubicBezTo>
                  <a:lnTo>
                    <a:pt x="692" y="7383"/>
                  </a:lnTo>
                  <a:cubicBezTo>
                    <a:pt x="668" y="7383"/>
                    <a:pt x="644" y="7359"/>
                    <a:pt x="644" y="7335"/>
                  </a:cubicBezTo>
                  <a:lnTo>
                    <a:pt x="644" y="5835"/>
                  </a:lnTo>
                  <a:cubicBezTo>
                    <a:pt x="644" y="5740"/>
                    <a:pt x="572" y="5692"/>
                    <a:pt x="477" y="5692"/>
                  </a:cubicBezTo>
                  <a:cubicBezTo>
                    <a:pt x="406" y="5692"/>
                    <a:pt x="334" y="5740"/>
                    <a:pt x="334" y="5835"/>
                  </a:cubicBezTo>
                  <a:lnTo>
                    <a:pt x="334" y="7335"/>
                  </a:lnTo>
                  <a:cubicBezTo>
                    <a:pt x="334" y="7526"/>
                    <a:pt x="501" y="7668"/>
                    <a:pt x="692" y="7668"/>
                  </a:cubicBezTo>
                  <a:lnTo>
                    <a:pt x="4907" y="7668"/>
                  </a:lnTo>
                  <a:lnTo>
                    <a:pt x="4907" y="8264"/>
                  </a:lnTo>
                  <a:cubicBezTo>
                    <a:pt x="4669" y="8335"/>
                    <a:pt x="4502" y="8550"/>
                    <a:pt x="4502" y="8812"/>
                  </a:cubicBezTo>
                  <a:cubicBezTo>
                    <a:pt x="4502" y="9121"/>
                    <a:pt x="4740" y="9383"/>
                    <a:pt x="5073" y="9383"/>
                  </a:cubicBezTo>
                  <a:cubicBezTo>
                    <a:pt x="5383" y="9383"/>
                    <a:pt x="5621" y="9121"/>
                    <a:pt x="5621" y="8812"/>
                  </a:cubicBezTo>
                  <a:cubicBezTo>
                    <a:pt x="5621" y="8550"/>
                    <a:pt x="5454" y="8335"/>
                    <a:pt x="5216" y="8264"/>
                  </a:cubicBezTo>
                  <a:lnTo>
                    <a:pt x="5216" y="7668"/>
                  </a:lnTo>
                  <a:lnTo>
                    <a:pt x="9431" y="7668"/>
                  </a:lnTo>
                  <a:cubicBezTo>
                    <a:pt x="9622" y="7668"/>
                    <a:pt x="9789" y="7526"/>
                    <a:pt x="9789" y="7335"/>
                  </a:cubicBezTo>
                  <a:lnTo>
                    <a:pt x="9789" y="1286"/>
                  </a:lnTo>
                  <a:cubicBezTo>
                    <a:pt x="9979" y="1286"/>
                    <a:pt x="10122" y="1143"/>
                    <a:pt x="10122" y="953"/>
                  </a:cubicBezTo>
                  <a:lnTo>
                    <a:pt x="10122" y="357"/>
                  </a:lnTo>
                  <a:cubicBezTo>
                    <a:pt x="10122" y="167"/>
                    <a:pt x="9979" y="0"/>
                    <a:pt x="9789" y="0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" name="Google Shape;2807;p94">
              <a:extLst>
                <a:ext uri="{FF2B5EF4-FFF2-40B4-BE49-F238E27FC236}">
                  <a16:creationId xmlns:a16="http://schemas.microsoft.com/office/drawing/2014/main" id="{03D26D72-6983-4EF2-8819-908F4C3C60E4}"/>
                </a:ext>
              </a:extLst>
            </p:cNvPr>
            <p:cNvSpPr/>
            <p:nvPr/>
          </p:nvSpPr>
          <p:spPr>
            <a:xfrm>
              <a:off x="5011219" y="2437234"/>
              <a:ext cx="45683" cy="9873"/>
            </a:xfrm>
            <a:custGeom>
              <a:avLst/>
              <a:gdLst/>
              <a:ahLst/>
              <a:cxnLst/>
              <a:rect l="l" t="t" r="r" b="b"/>
              <a:pathLst>
                <a:path w="1358" h="287" extrusionOk="0">
                  <a:moveTo>
                    <a:pt x="167" y="1"/>
                  </a:moveTo>
                  <a:cubicBezTo>
                    <a:pt x="72" y="1"/>
                    <a:pt x="0" y="72"/>
                    <a:pt x="0" y="144"/>
                  </a:cubicBezTo>
                  <a:cubicBezTo>
                    <a:pt x="0" y="239"/>
                    <a:pt x="72" y="286"/>
                    <a:pt x="167" y="286"/>
                  </a:cubicBezTo>
                  <a:lnTo>
                    <a:pt x="1191" y="286"/>
                  </a:lnTo>
                  <a:cubicBezTo>
                    <a:pt x="1286" y="286"/>
                    <a:pt x="1358" y="239"/>
                    <a:pt x="1358" y="144"/>
                  </a:cubicBezTo>
                  <a:cubicBezTo>
                    <a:pt x="1334" y="72"/>
                    <a:pt x="1286" y="1"/>
                    <a:pt x="1191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" name="Google Shape;2808;p94">
              <a:extLst>
                <a:ext uri="{FF2B5EF4-FFF2-40B4-BE49-F238E27FC236}">
                  <a16:creationId xmlns:a16="http://schemas.microsoft.com/office/drawing/2014/main" id="{F73A84BD-EA2A-4D95-A6B3-BA2F7CC3FA17}"/>
                </a:ext>
              </a:extLst>
            </p:cNvPr>
            <p:cNvSpPr/>
            <p:nvPr/>
          </p:nvSpPr>
          <p:spPr>
            <a:xfrm>
              <a:off x="4976772" y="2455259"/>
              <a:ext cx="80130" cy="10698"/>
            </a:xfrm>
            <a:custGeom>
              <a:avLst/>
              <a:gdLst/>
              <a:ahLst/>
              <a:cxnLst/>
              <a:rect l="l" t="t" r="r" b="b"/>
              <a:pathLst>
                <a:path w="2382" h="311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39"/>
                    <a:pt x="72" y="310"/>
                    <a:pt x="143" y="310"/>
                  </a:cubicBezTo>
                  <a:lnTo>
                    <a:pt x="2215" y="310"/>
                  </a:lnTo>
                  <a:cubicBezTo>
                    <a:pt x="2310" y="310"/>
                    <a:pt x="2382" y="239"/>
                    <a:pt x="2382" y="143"/>
                  </a:cubicBezTo>
                  <a:cubicBezTo>
                    <a:pt x="2382" y="72"/>
                    <a:pt x="2310" y="1"/>
                    <a:pt x="22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" name="Google Shape;2809;p94">
              <a:extLst>
                <a:ext uri="{FF2B5EF4-FFF2-40B4-BE49-F238E27FC236}">
                  <a16:creationId xmlns:a16="http://schemas.microsoft.com/office/drawing/2014/main" id="{790C7646-D6B3-419D-BDF3-09F1AA2B3135}"/>
                </a:ext>
              </a:extLst>
            </p:cNvPr>
            <p:cNvSpPr/>
            <p:nvPr/>
          </p:nvSpPr>
          <p:spPr>
            <a:xfrm>
              <a:off x="4976772" y="2302902"/>
              <a:ext cx="16854" cy="10664"/>
            </a:xfrm>
            <a:custGeom>
              <a:avLst/>
              <a:gdLst/>
              <a:ahLst/>
              <a:cxnLst/>
              <a:rect l="l" t="t" r="r" b="b"/>
              <a:pathLst>
                <a:path w="501" h="310" extrusionOk="0">
                  <a:moveTo>
                    <a:pt x="143" y="0"/>
                  </a:moveTo>
                  <a:cubicBezTo>
                    <a:pt x="72" y="0"/>
                    <a:pt x="0" y="72"/>
                    <a:pt x="0" y="143"/>
                  </a:cubicBezTo>
                  <a:cubicBezTo>
                    <a:pt x="0" y="238"/>
                    <a:pt x="72" y="310"/>
                    <a:pt x="143" y="310"/>
                  </a:cubicBezTo>
                  <a:lnTo>
                    <a:pt x="334" y="310"/>
                  </a:lnTo>
                  <a:cubicBezTo>
                    <a:pt x="429" y="310"/>
                    <a:pt x="500" y="238"/>
                    <a:pt x="500" y="143"/>
                  </a:cubicBezTo>
                  <a:cubicBezTo>
                    <a:pt x="500" y="72"/>
                    <a:pt x="429" y="0"/>
                    <a:pt x="334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2" name="Google Shape;2810;p94">
              <a:extLst>
                <a:ext uri="{FF2B5EF4-FFF2-40B4-BE49-F238E27FC236}">
                  <a16:creationId xmlns:a16="http://schemas.microsoft.com/office/drawing/2014/main" id="{8FB3E07A-5D5E-4301-807A-B5A2E27785E1}"/>
                </a:ext>
              </a:extLst>
            </p:cNvPr>
            <p:cNvSpPr/>
            <p:nvPr/>
          </p:nvSpPr>
          <p:spPr>
            <a:xfrm>
              <a:off x="5001598" y="2302902"/>
              <a:ext cx="55304" cy="10664"/>
            </a:xfrm>
            <a:custGeom>
              <a:avLst/>
              <a:gdLst/>
              <a:ahLst/>
              <a:cxnLst/>
              <a:rect l="l" t="t" r="r" b="b"/>
              <a:pathLst>
                <a:path w="1644" h="310" extrusionOk="0">
                  <a:moveTo>
                    <a:pt x="143" y="0"/>
                  </a:moveTo>
                  <a:cubicBezTo>
                    <a:pt x="72" y="0"/>
                    <a:pt x="1" y="72"/>
                    <a:pt x="1" y="143"/>
                  </a:cubicBezTo>
                  <a:cubicBezTo>
                    <a:pt x="1" y="238"/>
                    <a:pt x="72" y="310"/>
                    <a:pt x="143" y="310"/>
                  </a:cubicBezTo>
                  <a:lnTo>
                    <a:pt x="1477" y="310"/>
                  </a:lnTo>
                  <a:cubicBezTo>
                    <a:pt x="1572" y="310"/>
                    <a:pt x="1644" y="238"/>
                    <a:pt x="1644" y="143"/>
                  </a:cubicBezTo>
                  <a:cubicBezTo>
                    <a:pt x="1644" y="72"/>
                    <a:pt x="1572" y="0"/>
                    <a:pt x="147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3" name="Google Shape;2811;p94">
              <a:extLst>
                <a:ext uri="{FF2B5EF4-FFF2-40B4-BE49-F238E27FC236}">
                  <a16:creationId xmlns:a16="http://schemas.microsoft.com/office/drawing/2014/main" id="{EC9E0779-D157-4AE3-A4AE-1572197E3A61}"/>
                </a:ext>
              </a:extLst>
            </p:cNvPr>
            <p:cNvSpPr/>
            <p:nvPr/>
          </p:nvSpPr>
          <p:spPr>
            <a:xfrm>
              <a:off x="4976772" y="2321719"/>
              <a:ext cx="80130" cy="9873"/>
            </a:xfrm>
            <a:custGeom>
              <a:avLst/>
              <a:gdLst/>
              <a:ahLst/>
              <a:cxnLst/>
              <a:rect l="l" t="t" r="r" b="b"/>
              <a:pathLst>
                <a:path w="2382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7"/>
                    <a:pt x="143" y="287"/>
                  </a:cubicBezTo>
                  <a:lnTo>
                    <a:pt x="2215" y="287"/>
                  </a:lnTo>
                  <a:cubicBezTo>
                    <a:pt x="2310" y="287"/>
                    <a:pt x="2382" y="215"/>
                    <a:pt x="2382" y="144"/>
                  </a:cubicBezTo>
                  <a:cubicBezTo>
                    <a:pt x="2382" y="48"/>
                    <a:pt x="2310" y="1"/>
                    <a:pt x="22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4" name="Google Shape;2812;p94">
              <a:extLst>
                <a:ext uri="{FF2B5EF4-FFF2-40B4-BE49-F238E27FC236}">
                  <a16:creationId xmlns:a16="http://schemas.microsoft.com/office/drawing/2014/main" id="{BCFE82E2-ACAF-448C-87DF-5498486058B1}"/>
                </a:ext>
              </a:extLst>
            </p:cNvPr>
            <p:cNvSpPr/>
            <p:nvPr/>
          </p:nvSpPr>
          <p:spPr>
            <a:xfrm>
              <a:off x="4976772" y="2352025"/>
              <a:ext cx="80130" cy="65601"/>
            </a:xfrm>
            <a:custGeom>
              <a:avLst/>
              <a:gdLst/>
              <a:ahLst/>
              <a:cxnLst/>
              <a:rect l="l" t="t" r="r" b="b"/>
              <a:pathLst>
                <a:path w="2382" h="1907" extrusionOk="0">
                  <a:moveTo>
                    <a:pt x="143" y="1"/>
                  </a:moveTo>
                  <a:cubicBezTo>
                    <a:pt x="48" y="1"/>
                    <a:pt x="0" y="49"/>
                    <a:pt x="0" y="144"/>
                  </a:cubicBezTo>
                  <a:lnTo>
                    <a:pt x="0" y="1763"/>
                  </a:lnTo>
                  <a:cubicBezTo>
                    <a:pt x="0" y="1835"/>
                    <a:pt x="72" y="1906"/>
                    <a:pt x="143" y="1906"/>
                  </a:cubicBezTo>
                  <a:lnTo>
                    <a:pt x="2215" y="1906"/>
                  </a:lnTo>
                  <a:cubicBezTo>
                    <a:pt x="2310" y="1906"/>
                    <a:pt x="2382" y="1835"/>
                    <a:pt x="2382" y="1763"/>
                  </a:cubicBezTo>
                  <a:cubicBezTo>
                    <a:pt x="2382" y="1668"/>
                    <a:pt x="2310" y="1597"/>
                    <a:pt x="2215" y="1597"/>
                  </a:cubicBezTo>
                  <a:lnTo>
                    <a:pt x="1858" y="1597"/>
                  </a:lnTo>
                  <a:lnTo>
                    <a:pt x="1858" y="311"/>
                  </a:lnTo>
                  <a:cubicBezTo>
                    <a:pt x="1858" y="239"/>
                    <a:pt x="1786" y="168"/>
                    <a:pt x="1715" y="168"/>
                  </a:cubicBezTo>
                  <a:cubicBezTo>
                    <a:pt x="1644" y="168"/>
                    <a:pt x="1572" y="239"/>
                    <a:pt x="1572" y="311"/>
                  </a:cubicBezTo>
                  <a:lnTo>
                    <a:pt x="1572" y="1597"/>
                  </a:lnTo>
                  <a:lnTo>
                    <a:pt x="1334" y="1597"/>
                  </a:lnTo>
                  <a:lnTo>
                    <a:pt x="1334" y="1120"/>
                  </a:lnTo>
                  <a:cubicBezTo>
                    <a:pt x="1334" y="1049"/>
                    <a:pt x="1263" y="977"/>
                    <a:pt x="1191" y="977"/>
                  </a:cubicBezTo>
                  <a:cubicBezTo>
                    <a:pt x="1096" y="977"/>
                    <a:pt x="1024" y="1049"/>
                    <a:pt x="1024" y="1120"/>
                  </a:cubicBezTo>
                  <a:lnTo>
                    <a:pt x="1024" y="1597"/>
                  </a:lnTo>
                  <a:lnTo>
                    <a:pt x="786" y="1597"/>
                  </a:lnTo>
                  <a:lnTo>
                    <a:pt x="786" y="763"/>
                  </a:lnTo>
                  <a:cubicBezTo>
                    <a:pt x="786" y="668"/>
                    <a:pt x="739" y="596"/>
                    <a:pt x="643" y="596"/>
                  </a:cubicBezTo>
                  <a:cubicBezTo>
                    <a:pt x="572" y="596"/>
                    <a:pt x="500" y="668"/>
                    <a:pt x="500" y="763"/>
                  </a:cubicBezTo>
                  <a:lnTo>
                    <a:pt x="500" y="1597"/>
                  </a:lnTo>
                  <a:lnTo>
                    <a:pt x="286" y="1597"/>
                  </a:lnTo>
                  <a:lnTo>
                    <a:pt x="286" y="144"/>
                  </a:lnTo>
                  <a:cubicBezTo>
                    <a:pt x="286" y="72"/>
                    <a:pt x="215" y="1"/>
                    <a:pt x="143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" name="Google Shape;2813;p94">
              <a:extLst>
                <a:ext uri="{FF2B5EF4-FFF2-40B4-BE49-F238E27FC236}">
                  <a16:creationId xmlns:a16="http://schemas.microsoft.com/office/drawing/2014/main" id="{FC69A224-7204-4F13-827A-8F6CFF13CA93}"/>
                </a:ext>
              </a:extLst>
            </p:cNvPr>
            <p:cNvSpPr/>
            <p:nvPr/>
          </p:nvSpPr>
          <p:spPr>
            <a:xfrm>
              <a:off x="4789296" y="2294680"/>
              <a:ext cx="168267" cy="172069"/>
            </a:xfrm>
            <a:custGeom>
              <a:avLst/>
              <a:gdLst/>
              <a:ahLst/>
              <a:cxnLst/>
              <a:rect l="l" t="t" r="r" b="b"/>
              <a:pathLst>
                <a:path w="5002" h="5002" extrusionOk="0">
                  <a:moveTo>
                    <a:pt x="2501" y="1215"/>
                  </a:moveTo>
                  <a:cubicBezTo>
                    <a:pt x="3216" y="1215"/>
                    <a:pt x="3811" y="1787"/>
                    <a:pt x="3811" y="2501"/>
                  </a:cubicBezTo>
                  <a:cubicBezTo>
                    <a:pt x="3811" y="3240"/>
                    <a:pt x="3216" y="3811"/>
                    <a:pt x="2501" y="3811"/>
                  </a:cubicBezTo>
                  <a:cubicBezTo>
                    <a:pt x="1787" y="3811"/>
                    <a:pt x="1215" y="3216"/>
                    <a:pt x="1215" y="2501"/>
                  </a:cubicBezTo>
                  <a:cubicBezTo>
                    <a:pt x="1215" y="1787"/>
                    <a:pt x="1787" y="1215"/>
                    <a:pt x="2501" y="1215"/>
                  </a:cubicBezTo>
                  <a:close/>
                  <a:moveTo>
                    <a:pt x="4692" y="2668"/>
                  </a:moveTo>
                  <a:cubicBezTo>
                    <a:pt x="4668" y="3121"/>
                    <a:pt x="4502" y="3549"/>
                    <a:pt x="4216" y="3883"/>
                  </a:cubicBezTo>
                  <a:lnTo>
                    <a:pt x="3787" y="3454"/>
                  </a:lnTo>
                  <a:cubicBezTo>
                    <a:pt x="3954" y="3216"/>
                    <a:pt x="4073" y="2954"/>
                    <a:pt x="4097" y="2668"/>
                  </a:cubicBezTo>
                  <a:close/>
                  <a:moveTo>
                    <a:pt x="2358" y="311"/>
                  </a:moveTo>
                  <a:lnTo>
                    <a:pt x="2358" y="930"/>
                  </a:lnTo>
                  <a:cubicBezTo>
                    <a:pt x="1549" y="1001"/>
                    <a:pt x="906" y="1692"/>
                    <a:pt x="906" y="2501"/>
                  </a:cubicBezTo>
                  <a:cubicBezTo>
                    <a:pt x="906" y="3383"/>
                    <a:pt x="1620" y="4097"/>
                    <a:pt x="2501" y="4097"/>
                  </a:cubicBezTo>
                  <a:cubicBezTo>
                    <a:pt x="2930" y="4097"/>
                    <a:pt x="3311" y="3954"/>
                    <a:pt x="3597" y="3668"/>
                  </a:cubicBezTo>
                  <a:cubicBezTo>
                    <a:pt x="3740" y="3811"/>
                    <a:pt x="3883" y="3954"/>
                    <a:pt x="4025" y="4097"/>
                  </a:cubicBezTo>
                  <a:cubicBezTo>
                    <a:pt x="3644" y="4478"/>
                    <a:pt x="3097" y="4716"/>
                    <a:pt x="2501" y="4716"/>
                  </a:cubicBezTo>
                  <a:cubicBezTo>
                    <a:pt x="1287" y="4716"/>
                    <a:pt x="310" y="3716"/>
                    <a:pt x="310" y="2501"/>
                  </a:cubicBezTo>
                  <a:cubicBezTo>
                    <a:pt x="310" y="1335"/>
                    <a:pt x="1215" y="382"/>
                    <a:pt x="2358" y="311"/>
                  </a:cubicBezTo>
                  <a:close/>
                  <a:moveTo>
                    <a:pt x="2501" y="1"/>
                  </a:moveTo>
                  <a:cubicBezTo>
                    <a:pt x="1120" y="1"/>
                    <a:pt x="1" y="1144"/>
                    <a:pt x="1" y="2501"/>
                  </a:cubicBezTo>
                  <a:cubicBezTo>
                    <a:pt x="1" y="3883"/>
                    <a:pt x="1120" y="5002"/>
                    <a:pt x="2501" y="5002"/>
                  </a:cubicBezTo>
                  <a:cubicBezTo>
                    <a:pt x="3883" y="5002"/>
                    <a:pt x="5002" y="3883"/>
                    <a:pt x="5002" y="2501"/>
                  </a:cubicBezTo>
                  <a:cubicBezTo>
                    <a:pt x="5002" y="1978"/>
                    <a:pt x="4835" y="1477"/>
                    <a:pt x="4526" y="1049"/>
                  </a:cubicBezTo>
                  <a:cubicBezTo>
                    <a:pt x="4499" y="1009"/>
                    <a:pt x="4459" y="992"/>
                    <a:pt x="4415" y="992"/>
                  </a:cubicBezTo>
                  <a:cubicBezTo>
                    <a:pt x="4380" y="992"/>
                    <a:pt x="4343" y="1004"/>
                    <a:pt x="4311" y="1025"/>
                  </a:cubicBezTo>
                  <a:cubicBezTo>
                    <a:pt x="4264" y="1073"/>
                    <a:pt x="4240" y="1144"/>
                    <a:pt x="4287" y="1215"/>
                  </a:cubicBezTo>
                  <a:cubicBezTo>
                    <a:pt x="4526" y="1549"/>
                    <a:pt x="4668" y="1954"/>
                    <a:pt x="4692" y="2359"/>
                  </a:cubicBezTo>
                  <a:lnTo>
                    <a:pt x="4097" y="2359"/>
                  </a:lnTo>
                  <a:cubicBezTo>
                    <a:pt x="4025" y="1597"/>
                    <a:pt x="3406" y="1001"/>
                    <a:pt x="2644" y="930"/>
                  </a:cubicBezTo>
                  <a:lnTo>
                    <a:pt x="2644" y="311"/>
                  </a:lnTo>
                  <a:cubicBezTo>
                    <a:pt x="3097" y="334"/>
                    <a:pt x="3501" y="501"/>
                    <a:pt x="3859" y="787"/>
                  </a:cubicBezTo>
                  <a:cubicBezTo>
                    <a:pt x="3886" y="805"/>
                    <a:pt x="3917" y="813"/>
                    <a:pt x="3947" y="813"/>
                  </a:cubicBezTo>
                  <a:cubicBezTo>
                    <a:pt x="3996" y="813"/>
                    <a:pt x="4044" y="792"/>
                    <a:pt x="4073" y="763"/>
                  </a:cubicBezTo>
                  <a:cubicBezTo>
                    <a:pt x="4121" y="692"/>
                    <a:pt x="4121" y="596"/>
                    <a:pt x="4049" y="549"/>
                  </a:cubicBezTo>
                  <a:cubicBezTo>
                    <a:pt x="3597" y="191"/>
                    <a:pt x="3073" y="1"/>
                    <a:pt x="2501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" name="Google Shape;2814;p94">
              <a:extLst>
                <a:ext uri="{FF2B5EF4-FFF2-40B4-BE49-F238E27FC236}">
                  <a16:creationId xmlns:a16="http://schemas.microsoft.com/office/drawing/2014/main" id="{CC942708-1EED-4719-A7AB-15E25B610BA4}"/>
                </a:ext>
              </a:extLst>
            </p:cNvPr>
            <p:cNvSpPr/>
            <p:nvPr/>
          </p:nvSpPr>
          <p:spPr>
            <a:xfrm>
              <a:off x="4794107" y="2453402"/>
              <a:ext cx="24086" cy="17475"/>
            </a:xfrm>
            <a:custGeom>
              <a:avLst/>
              <a:gdLst/>
              <a:ahLst/>
              <a:cxnLst/>
              <a:rect l="l" t="t" r="r" b="b"/>
              <a:pathLst>
                <a:path w="716" h="508" extrusionOk="0">
                  <a:moveTo>
                    <a:pt x="167" y="1"/>
                  </a:moveTo>
                  <a:cubicBezTo>
                    <a:pt x="132" y="1"/>
                    <a:pt x="96" y="19"/>
                    <a:pt x="72" y="55"/>
                  </a:cubicBezTo>
                  <a:cubicBezTo>
                    <a:pt x="1" y="102"/>
                    <a:pt x="1" y="197"/>
                    <a:pt x="72" y="245"/>
                  </a:cubicBezTo>
                  <a:lnTo>
                    <a:pt x="263" y="459"/>
                  </a:lnTo>
                  <a:cubicBezTo>
                    <a:pt x="286" y="483"/>
                    <a:pt x="334" y="507"/>
                    <a:pt x="358" y="507"/>
                  </a:cubicBezTo>
                  <a:cubicBezTo>
                    <a:pt x="405" y="507"/>
                    <a:pt x="429" y="483"/>
                    <a:pt x="477" y="459"/>
                  </a:cubicBezTo>
                  <a:lnTo>
                    <a:pt x="667" y="245"/>
                  </a:lnTo>
                  <a:cubicBezTo>
                    <a:pt x="715" y="197"/>
                    <a:pt x="715" y="102"/>
                    <a:pt x="667" y="55"/>
                  </a:cubicBezTo>
                  <a:cubicBezTo>
                    <a:pt x="632" y="19"/>
                    <a:pt x="590" y="1"/>
                    <a:pt x="551" y="1"/>
                  </a:cubicBezTo>
                  <a:cubicBezTo>
                    <a:pt x="513" y="1"/>
                    <a:pt x="477" y="19"/>
                    <a:pt x="453" y="55"/>
                  </a:cubicBezTo>
                  <a:lnTo>
                    <a:pt x="358" y="150"/>
                  </a:lnTo>
                  <a:lnTo>
                    <a:pt x="263" y="55"/>
                  </a:lnTo>
                  <a:cubicBezTo>
                    <a:pt x="239" y="19"/>
                    <a:pt x="203" y="1"/>
                    <a:pt x="16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7" name="Google Shape;2815;p94">
              <a:extLst>
                <a:ext uri="{FF2B5EF4-FFF2-40B4-BE49-F238E27FC236}">
                  <a16:creationId xmlns:a16="http://schemas.microsoft.com/office/drawing/2014/main" id="{75757593-004B-4B1D-8138-0CAB416ECD5D}"/>
                </a:ext>
              </a:extLst>
            </p:cNvPr>
            <p:cNvSpPr/>
            <p:nvPr/>
          </p:nvSpPr>
          <p:spPr>
            <a:xfrm>
              <a:off x="4883051" y="2382744"/>
              <a:ext cx="24053" cy="16856"/>
            </a:xfrm>
            <a:custGeom>
              <a:avLst/>
              <a:gdLst/>
              <a:ahLst/>
              <a:cxnLst/>
              <a:rect l="l" t="t" r="r" b="b"/>
              <a:pathLst>
                <a:path w="715" h="490" extrusionOk="0">
                  <a:moveTo>
                    <a:pt x="164" y="1"/>
                  </a:moveTo>
                  <a:cubicBezTo>
                    <a:pt x="125" y="1"/>
                    <a:pt x="83" y="13"/>
                    <a:pt x="48" y="37"/>
                  </a:cubicBezTo>
                  <a:cubicBezTo>
                    <a:pt x="0" y="84"/>
                    <a:pt x="0" y="180"/>
                    <a:pt x="48" y="251"/>
                  </a:cubicBezTo>
                  <a:lnTo>
                    <a:pt x="238" y="442"/>
                  </a:lnTo>
                  <a:cubicBezTo>
                    <a:pt x="286" y="465"/>
                    <a:pt x="310" y="489"/>
                    <a:pt x="357" y="489"/>
                  </a:cubicBezTo>
                  <a:cubicBezTo>
                    <a:pt x="381" y="489"/>
                    <a:pt x="429" y="465"/>
                    <a:pt x="453" y="442"/>
                  </a:cubicBezTo>
                  <a:lnTo>
                    <a:pt x="667" y="251"/>
                  </a:lnTo>
                  <a:cubicBezTo>
                    <a:pt x="714" y="180"/>
                    <a:pt x="714" y="84"/>
                    <a:pt x="667" y="37"/>
                  </a:cubicBezTo>
                  <a:cubicBezTo>
                    <a:pt x="631" y="13"/>
                    <a:pt x="589" y="1"/>
                    <a:pt x="551" y="1"/>
                  </a:cubicBezTo>
                  <a:cubicBezTo>
                    <a:pt x="512" y="1"/>
                    <a:pt x="476" y="13"/>
                    <a:pt x="453" y="37"/>
                  </a:cubicBezTo>
                  <a:lnTo>
                    <a:pt x="357" y="132"/>
                  </a:lnTo>
                  <a:lnTo>
                    <a:pt x="262" y="37"/>
                  </a:lnTo>
                  <a:cubicBezTo>
                    <a:pt x="238" y="13"/>
                    <a:pt x="202" y="1"/>
                    <a:pt x="164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8" name="Google Shape;2816;p94">
              <a:extLst>
                <a:ext uri="{FF2B5EF4-FFF2-40B4-BE49-F238E27FC236}">
                  <a16:creationId xmlns:a16="http://schemas.microsoft.com/office/drawing/2014/main" id="{E064EA9E-2DFD-4EA3-B711-1609C3E46F7B}"/>
                </a:ext>
              </a:extLst>
            </p:cNvPr>
            <p:cNvSpPr/>
            <p:nvPr/>
          </p:nvSpPr>
          <p:spPr>
            <a:xfrm>
              <a:off x="4935899" y="2304106"/>
              <a:ext cx="24086" cy="16856"/>
            </a:xfrm>
            <a:custGeom>
              <a:avLst/>
              <a:gdLst/>
              <a:ahLst/>
              <a:cxnLst/>
              <a:rect l="l" t="t" r="r" b="b"/>
              <a:pathLst>
                <a:path w="716" h="490" extrusionOk="0">
                  <a:moveTo>
                    <a:pt x="168" y="1"/>
                  </a:moveTo>
                  <a:cubicBezTo>
                    <a:pt x="132" y="1"/>
                    <a:pt x="96" y="13"/>
                    <a:pt x="72" y="37"/>
                  </a:cubicBezTo>
                  <a:cubicBezTo>
                    <a:pt x="1" y="84"/>
                    <a:pt x="1" y="179"/>
                    <a:pt x="72" y="251"/>
                  </a:cubicBezTo>
                  <a:lnTo>
                    <a:pt x="263" y="441"/>
                  </a:lnTo>
                  <a:cubicBezTo>
                    <a:pt x="287" y="465"/>
                    <a:pt x="310" y="489"/>
                    <a:pt x="358" y="489"/>
                  </a:cubicBezTo>
                  <a:cubicBezTo>
                    <a:pt x="406" y="489"/>
                    <a:pt x="429" y="465"/>
                    <a:pt x="453" y="441"/>
                  </a:cubicBezTo>
                  <a:lnTo>
                    <a:pt x="668" y="251"/>
                  </a:lnTo>
                  <a:cubicBezTo>
                    <a:pt x="715" y="179"/>
                    <a:pt x="715" y="84"/>
                    <a:pt x="668" y="37"/>
                  </a:cubicBezTo>
                  <a:cubicBezTo>
                    <a:pt x="632" y="13"/>
                    <a:pt x="590" y="1"/>
                    <a:pt x="552" y="1"/>
                  </a:cubicBezTo>
                  <a:cubicBezTo>
                    <a:pt x="513" y="1"/>
                    <a:pt x="477" y="13"/>
                    <a:pt x="453" y="37"/>
                  </a:cubicBezTo>
                  <a:lnTo>
                    <a:pt x="358" y="132"/>
                  </a:lnTo>
                  <a:lnTo>
                    <a:pt x="263" y="37"/>
                  </a:lnTo>
                  <a:cubicBezTo>
                    <a:pt x="239" y="13"/>
                    <a:pt x="203" y="1"/>
                    <a:pt x="16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4E66C5A3-A3C5-30B4-C393-E9B38DD05805}"/>
              </a:ext>
            </a:extLst>
          </p:cNvPr>
          <p:cNvSpPr/>
          <p:nvPr/>
        </p:nvSpPr>
        <p:spPr>
          <a:xfrm>
            <a:off x="9337010" y="1396603"/>
            <a:ext cx="1504594" cy="1401168"/>
          </a:xfrm>
          <a:prstGeom prst="round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9" name="Заголовок 13">
            <a:extLst>
              <a:ext uri="{FF2B5EF4-FFF2-40B4-BE49-F238E27FC236}">
                <a16:creationId xmlns:a16="http://schemas.microsoft.com/office/drawing/2014/main" id="{32DE2C53-BA9C-FC6C-F0C8-C020E4D2E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rPr lang="ru-RU"/>
              <a:t>ИНТЕГРАЦИИ И ДОВЕРИЕ</a:t>
            </a:r>
            <a:endParaRPr lang="ru-RU" dirty="0"/>
          </a:p>
        </p:txBody>
      </p:sp>
      <p:cxnSp>
        <p:nvCxnSpPr>
          <p:cNvPr id="14" name="Google Shape;2799;p94">
            <a:extLst>
              <a:ext uri="{FF2B5EF4-FFF2-40B4-BE49-F238E27FC236}">
                <a16:creationId xmlns:a16="http://schemas.microsoft.com/office/drawing/2014/main" id="{0372E42A-E229-C83D-8A7D-7D33518B16A2}"/>
              </a:ext>
            </a:extLst>
          </p:cNvPr>
          <p:cNvCxnSpPr>
            <a:cxnSpLocks/>
          </p:cNvCxnSpPr>
          <p:nvPr/>
        </p:nvCxnSpPr>
        <p:spPr>
          <a:xfrm flipV="1">
            <a:off x="6843165" y="2119165"/>
            <a:ext cx="2489934" cy="12489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0345155"/>
      </p:ext>
    </p:extLst>
  </p:cSld>
  <p:clrMapOvr>
    <a:masterClrMapping/>
  </p:clrMapOvr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 rtlCol="0" anchor="t"/>
      <a:lstStyle>
        <a:defPPr algn="ctr">
          <a:defRPr b="1" dirty="0" smtClean="0">
            <a:solidFill>
              <a:schemeClr val="accent2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Для Академия инноваторов 16_9" id="{1723B771-A24B-45DA-B7CE-887A7FB91DED}" vid="{FE7ADCA1-0705-4BF5-AEC5-34FB9D7ACE5C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11028</TotalTime>
  <Words>632</Words>
  <Application>Microsoft Macintosh PowerPoint</Application>
  <PresentationFormat>Широкоэкранный</PresentationFormat>
  <Paragraphs>187</Paragraphs>
  <Slides>37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37</vt:i4>
      </vt:variant>
    </vt:vector>
  </HeadingPairs>
  <TitlesOfParts>
    <vt:vector size="45" baseType="lpstr">
      <vt:lpstr>Arial</vt:lpstr>
      <vt:lpstr>Calibri</vt:lpstr>
      <vt:lpstr>Lato Light</vt:lpstr>
      <vt:lpstr>Montserrat</vt:lpstr>
      <vt:lpstr>Montserrat Medium</vt:lpstr>
      <vt:lpstr>Poppins Light</vt:lpstr>
      <vt:lpstr>Wingdings</vt:lpstr>
      <vt:lpstr>Для Академия инноваторов 16_9</vt:lpstr>
      <vt:lpstr>Презентация PowerPoint</vt:lpstr>
      <vt:lpstr>ВВОДНЫЕ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КОРОТКО О РЕШЕНИИ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Полезные материалы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Анастасия Юшкова</dc:creator>
  <cp:lastModifiedBy>Ирина</cp:lastModifiedBy>
  <cp:revision>97</cp:revision>
  <dcterms:created xsi:type="dcterms:W3CDTF">2023-05-15T07:36:23Z</dcterms:created>
  <dcterms:modified xsi:type="dcterms:W3CDTF">2026-10-02T08:27:06Z</dcterms:modified>
</cp:coreProperties>
</file>