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3" r:id="rId22"/>
    <p:sldId id="262" r:id="rId21"/>
    <p:sldId id="271" r:id="rId29"/>
    <p:sldId id="266" r:id="rId23"/>
    <p:sldId id="268" r:id="rId25"/>
    <p:sldId id="379" r:id="rId48"/>
    <p:sldId id="372" r:id="rId14"/>
    <p:sldId id="376" r:id="rId45"/>
    <p:sldId id="370" r:id="rId16"/>
    <p:sldId id="377" r:id="rId46"/>
    <p:sldId id="270" r:id="rId28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7.xml"/><Relationship Id="rId18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6.xml"/><Relationship Id="rId28" Type="http://schemas.openxmlformats.org/officeDocument/2006/relationships/slide" Target="slides/slide17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4.xml"/><Relationship Id="rId46" Type="http://schemas.openxmlformats.org/officeDocument/2006/relationships/slide" Target="slides/slide16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fullstack-разработчик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Орёл, Орловская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DevOps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fullstack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с согласия и журнал уходов со вкладки; спорные случаи разбирает модератор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Локальная языковая модель сравнивает описания по смыслу и ловит пересказы чужих вакансий; данные не уходят наружу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Соискатель не ищет вакансии: компании приходят к нему с вилкой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Компания получает подтверждённую тестом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Квота приглашений и вилка в первом сообщении убирают спам с обеих сторон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42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Проверка на ваших данных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свой набор пар «вакансия — кандидат» через CLI или Swagger: P@k, nDCG, MAP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обязательна. Приглашение приходит письмом и в кабинет, условия видны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30 приглашений в неделю по уровню доверия и одно активное на человека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Шифрование. </a:t>
            </a:r>
            <a:r>
              <a:rPr lang="ru-RU">
                <a:solidFill>
                  <a:schemeClr val="tx1"/>
                </a:solidFill>
              </a:rPr>
              <a:t>ФИО, контакты и видеозаписи теста — XChaCha20-Poly1305; переход на ГОСТ и СКЗИ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без согласия на публикацию профиля нет в поиске; политика /privacy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14–17 лет. </a:t>
            </a:r>
            <a:r>
              <a:rPr lang="ru-RU">
                <a:solidFill>
                  <a:schemeClr val="tx1"/>
                </a:solidFill>
              </a:rPr>
              <a:t>Согласие законного представителя по ссылке из письма; в 18 ограничения снимаются сами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Прозрачность. </a:t>
            </a:r>
            <a:r>
              <a:rPr lang="ru-RU">
                <a:solidFill>
                  <a:schemeClr val="tx1"/>
                </a:solidFill>
              </a:rPr>
              <a:t>Контакты закрыты на уровне типов; соискатель видит, кто их открывал; действия модераторов — в журнале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Планы развития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 и вход на платформу через ФСП 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 на исходах. </a:t>
            </a:r>
            <a:r>
              <a:rPr lang="ru-RU">
                <a:solidFill>
                  <a:schemeClr val="tx1"/>
                </a:solidFill>
              </a:rPr>
              <a:t>Веса подбора и параметры заданий по реальным этапам найма из ATS компаний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ОГРН по ЕГРЮЛ, подтверждение домена через DNS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Нативные коннекторы ATS. </a:t>
            </a:r>
            <a:r>
              <a:rPr lang="ru-RU">
                <a:solidFill>
                  <a:schemeClr val="tx1"/>
                </a:solidFill>
              </a:rPr>
              <a:t>Huntflow, Поток, Talantix поверх готовых вебхуков и API-ключей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employer@demo.fsp · candidate@demo.fsp · moderator@demo.fsp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7318749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7318749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Хотели сделать не концепт, а работающую платформу для современного найма в ИТ. Рынок страдает от накрутки опыта в резюме и сотен откликов на вакансию, на разборе которых выгорают HR. Здесь уровень подтверждён тестом, а первый шаг делает компания.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ATS компании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Подписанные вебхуки и API-ключи: принятый кандидат уходит в Huntflow, Поток или свою систему, этапы найма возвращаются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Антифейк и модерация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Домен, вилка против рынка, копии и пересказы чужих вакансий; квота 5–30 по доверию. Жалобы и спорные тесты разбирает модератор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Соискатели 14–17 лет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Профиль виден компаниям только после согласия законного представителя по ссылке из письма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ИНТЕГРАЦИИ И ДОВЕРИЕ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